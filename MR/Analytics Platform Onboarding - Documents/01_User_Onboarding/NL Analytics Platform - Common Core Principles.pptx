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98" r:id="rId4"/>
  </p:sldMasterIdLst>
  <p:notesMasterIdLst>
    <p:notesMasterId r:id="rId6"/>
  </p:notesMasterIdLst>
  <p:sldIdLst>
    <p:sldId id="618" r:id="rId5"/>
  </p:sldIdLst>
  <p:sldSz cx="9144000" cy="5143500" type="screen16x9"/>
  <p:notesSz cx="6797675" cy="9928225"/>
  <p:custDataLst>
    <p:tags r:id="rId7"/>
  </p:custDataLst>
  <p:defaultTextStyle>
    <a:defPPr>
      <a:defRPr lang="x-none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BC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425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990" y="11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902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schl Dr. Matthias - Munich-MR" userId="03a0a830-371c-4ec2-805f-33a550f56ad9" providerId="ADAL" clId="{D8CE7047-F2D8-4D73-B7A2-D6D9A4FF34B2}"/>
    <pc:docChg chg="custSel delSld modSld modMainMaster">
      <pc:chgData name="Duschl Dr. Matthias - Munich-MR" userId="03a0a830-371c-4ec2-805f-33a550f56ad9" providerId="ADAL" clId="{D8CE7047-F2D8-4D73-B7A2-D6D9A4FF34B2}" dt="2019-11-19T07:35:36.986" v="174" actId="207"/>
      <pc:docMkLst>
        <pc:docMk/>
      </pc:docMkLst>
      <pc:sldChg chg="del">
        <pc:chgData name="Duschl Dr. Matthias - Munich-MR" userId="03a0a830-371c-4ec2-805f-33a550f56ad9" providerId="ADAL" clId="{D8CE7047-F2D8-4D73-B7A2-D6D9A4FF34B2}" dt="2019-11-19T07:28:38.433" v="0" actId="2696"/>
        <pc:sldMkLst>
          <pc:docMk/>
          <pc:sldMk cId="4122203094" sldId="382"/>
        </pc:sldMkLst>
      </pc:sldChg>
      <pc:sldChg chg="del">
        <pc:chgData name="Duschl Dr. Matthias - Munich-MR" userId="03a0a830-371c-4ec2-805f-33a550f56ad9" providerId="ADAL" clId="{D8CE7047-F2D8-4D73-B7A2-D6D9A4FF34B2}" dt="2019-11-19T07:28:38.448" v="1" actId="2696"/>
        <pc:sldMkLst>
          <pc:docMk/>
          <pc:sldMk cId="4144824374" sldId="387"/>
        </pc:sldMkLst>
      </pc:sldChg>
      <pc:sldChg chg="del">
        <pc:chgData name="Duschl Dr. Matthias - Munich-MR" userId="03a0a830-371c-4ec2-805f-33a550f56ad9" providerId="ADAL" clId="{D8CE7047-F2D8-4D73-B7A2-D6D9A4FF34B2}" dt="2019-11-19T07:28:38.526" v="6" actId="2696"/>
        <pc:sldMkLst>
          <pc:docMk/>
          <pc:sldMk cId="2404256919" sldId="389"/>
        </pc:sldMkLst>
      </pc:sldChg>
      <pc:sldChg chg="del">
        <pc:chgData name="Duschl Dr. Matthias - Munich-MR" userId="03a0a830-371c-4ec2-805f-33a550f56ad9" providerId="ADAL" clId="{D8CE7047-F2D8-4D73-B7A2-D6D9A4FF34B2}" dt="2019-11-19T07:28:38.464" v="2" actId="2696"/>
        <pc:sldMkLst>
          <pc:docMk/>
          <pc:sldMk cId="2812312637" sldId="390"/>
        </pc:sldMkLst>
      </pc:sldChg>
      <pc:sldChg chg="del">
        <pc:chgData name="Duschl Dr. Matthias - Munich-MR" userId="03a0a830-371c-4ec2-805f-33a550f56ad9" providerId="ADAL" clId="{D8CE7047-F2D8-4D73-B7A2-D6D9A4FF34B2}" dt="2019-11-19T07:28:38.542" v="8" actId="2696"/>
        <pc:sldMkLst>
          <pc:docMk/>
          <pc:sldMk cId="2809229441" sldId="391"/>
        </pc:sldMkLst>
      </pc:sldChg>
      <pc:sldChg chg="del">
        <pc:chgData name="Duschl Dr. Matthias - Munich-MR" userId="03a0a830-371c-4ec2-805f-33a550f56ad9" providerId="ADAL" clId="{D8CE7047-F2D8-4D73-B7A2-D6D9A4FF34B2}" dt="2019-11-19T07:28:38.542" v="10" actId="2696"/>
        <pc:sldMkLst>
          <pc:docMk/>
          <pc:sldMk cId="3095922060" sldId="392"/>
        </pc:sldMkLst>
      </pc:sldChg>
      <pc:sldChg chg="del">
        <pc:chgData name="Duschl Dr. Matthias - Munich-MR" userId="03a0a830-371c-4ec2-805f-33a550f56ad9" providerId="ADAL" clId="{D8CE7047-F2D8-4D73-B7A2-D6D9A4FF34B2}" dt="2019-11-19T07:28:38.542" v="11" actId="2696"/>
        <pc:sldMkLst>
          <pc:docMk/>
          <pc:sldMk cId="185621529" sldId="393"/>
        </pc:sldMkLst>
      </pc:sldChg>
      <pc:sldChg chg="del">
        <pc:chgData name="Duschl Dr. Matthias - Munich-MR" userId="03a0a830-371c-4ec2-805f-33a550f56ad9" providerId="ADAL" clId="{D8CE7047-F2D8-4D73-B7A2-D6D9A4FF34B2}" dt="2019-11-19T07:28:38.542" v="12" actId="2696"/>
        <pc:sldMkLst>
          <pc:docMk/>
          <pc:sldMk cId="3413317195" sldId="394"/>
        </pc:sldMkLst>
      </pc:sldChg>
      <pc:sldChg chg="del">
        <pc:chgData name="Duschl Dr. Matthias - Munich-MR" userId="03a0a830-371c-4ec2-805f-33a550f56ad9" providerId="ADAL" clId="{D8CE7047-F2D8-4D73-B7A2-D6D9A4FF34B2}" dt="2019-11-19T07:28:38.542" v="9" actId="2696"/>
        <pc:sldMkLst>
          <pc:docMk/>
          <pc:sldMk cId="1838427337" sldId="395"/>
        </pc:sldMkLst>
      </pc:sldChg>
      <pc:sldChg chg="del">
        <pc:chgData name="Duschl Dr. Matthias - Munich-MR" userId="03a0a830-371c-4ec2-805f-33a550f56ad9" providerId="ADAL" clId="{D8CE7047-F2D8-4D73-B7A2-D6D9A4FF34B2}" dt="2019-11-19T07:28:38.480" v="3" actId="2696"/>
        <pc:sldMkLst>
          <pc:docMk/>
          <pc:sldMk cId="2958876356" sldId="615"/>
        </pc:sldMkLst>
      </pc:sldChg>
      <pc:sldChg chg="del">
        <pc:chgData name="Duschl Dr. Matthias - Munich-MR" userId="03a0a830-371c-4ec2-805f-33a550f56ad9" providerId="ADAL" clId="{D8CE7047-F2D8-4D73-B7A2-D6D9A4FF34B2}" dt="2019-11-19T07:28:38.495" v="4" actId="2696"/>
        <pc:sldMkLst>
          <pc:docMk/>
          <pc:sldMk cId="1304637398" sldId="616"/>
        </pc:sldMkLst>
      </pc:sldChg>
      <pc:sldChg chg="addSp modSp">
        <pc:chgData name="Duschl Dr. Matthias - Munich-MR" userId="03a0a830-371c-4ec2-805f-33a550f56ad9" providerId="ADAL" clId="{D8CE7047-F2D8-4D73-B7A2-D6D9A4FF34B2}" dt="2019-11-19T07:35:36.986" v="174" actId="207"/>
        <pc:sldMkLst>
          <pc:docMk/>
          <pc:sldMk cId="439466802" sldId="618"/>
        </pc:sldMkLst>
        <pc:spChg chg="mod ord">
          <ac:chgData name="Duschl Dr. Matthias - Munich-MR" userId="03a0a830-371c-4ec2-805f-33a550f56ad9" providerId="ADAL" clId="{D8CE7047-F2D8-4D73-B7A2-D6D9A4FF34B2}" dt="2019-11-19T07:35:29.453" v="103"/>
          <ac:spMkLst>
            <pc:docMk/>
            <pc:sldMk cId="439466802" sldId="618"/>
            <ac:spMk id="2" creationId="{6AEB43B2-548F-47F6-92A6-A62C1CF2DAE9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95"/>
          <ac:spMkLst>
            <pc:docMk/>
            <pc:sldMk cId="439466802" sldId="618"/>
            <ac:spMk id="3" creationId="{7F694029-BFCC-47FA-A134-30A9C040E89B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97"/>
          <ac:spMkLst>
            <pc:docMk/>
            <pc:sldMk cId="439466802" sldId="618"/>
            <ac:spMk id="4" creationId="{5A4490BA-5F9E-4982-B8C3-9FA9B60C375E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99"/>
          <ac:spMkLst>
            <pc:docMk/>
            <pc:sldMk cId="439466802" sldId="618"/>
            <ac:spMk id="5" creationId="{6FD60D99-A669-4E12-BEC7-6697F5BADAE9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01"/>
          <ac:spMkLst>
            <pc:docMk/>
            <pc:sldMk cId="439466802" sldId="618"/>
            <ac:spMk id="6" creationId="{9ACFF07D-A11A-419D-B9A6-1170063A1D8C}"/>
          </ac:spMkLst>
        </pc:spChg>
        <pc:spChg chg="mod ord">
          <ac:chgData name="Duschl Dr. Matthias - Munich-MR" userId="03a0a830-371c-4ec2-805f-33a550f56ad9" providerId="ADAL" clId="{D8CE7047-F2D8-4D73-B7A2-D6D9A4FF34B2}" dt="2019-11-19T07:35:36.986" v="174" actId="207"/>
          <ac:spMkLst>
            <pc:docMk/>
            <pc:sldMk cId="439466802" sldId="618"/>
            <ac:spMk id="7" creationId="{6D212418-536F-497A-958D-A0634C1D3F89}"/>
          </ac:spMkLst>
        </pc:spChg>
        <pc:spChg chg="add mod ord modVis">
          <ac:chgData name="Duschl Dr. Matthias - Munich-MR" userId="03a0a830-371c-4ec2-805f-33a550f56ad9" providerId="ADAL" clId="{D8CE7047-F2D8-4D73-B7A2-D6D9A4FF34B2}" dt="2019-11-19T07:35:29.453" v="89"/>
          <ac:spMkLst>
            <pc:docMk/>
            <pc:sldMk cId="439466802" sldId="618"/>
            <ac:spMk id="8" creationId="{7A3D846E-80A2-4C49-83E8-5D1FCE149D1F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05"/>
          <ac:spMkLst>
            <pc:docMk/>
            <pc:sldMk cId="439466802" sldId="618"/>
            <ac:spMk id="26" creationId="{C2A3D4E5-03F3-45F8-A7F4-EEDF5B3B5824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09"/>
          <ac:spMkLst>
            <pc:docMk/>
            <pc:sldMk cId="439466802" sldId="618"/>
            <ac:spMk id="28" creationId="{430C7711-C559-4387-89F2-C90115655D6B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11"/>
          <ac:spMkLst>
            <pc:docMk/>
            <pc:sldMk cId="439466802" sldId="618"/>
            <ac:spMk id="29" creationId="{4A6AFDAD-E2CA-44A1-949E-7CD0972F5E54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13"/>
          <ac:spMkLst>
            <pc:docMk/>
            <pc:sldMk cId="439466802" sldId="618"/>
            <ac:spMk id="30" creationId="{47A32716-93BF-4C63-994C-FE9BE5221D86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15"/>
          <ac:spMkLst>
            <pc:docMk/>
            <pc:sldMk cId="439466802" sldId="618"/>
            <ac:spMk id="31" creationId="{0508043C-191D-4D61-9632-EA351F64EAED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17"/>
          <ac:spMkLst>
            <pc:docMk/>
            <pc:sldMk cId="439466802" sldId="618"/>
            <ac:spMk id="32" creationId="{BEDB698F-3B17-409C-AAC2-F6A5A65E8018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19"/>
          <ac:spMkLst>
            <pc:docMk/>
            <pc:sldMk cId="439466802" sldId="618"/>
            <ac:spMk id="33" creationId="{7B945CBA-A33F-4168-9E76-E323E793B4A8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21"/>
          <ac:spMkLst>
            <pc:docMk/>
            <pc:sldMk cId="439466802" sldId="618"/>
            <ac:spMk id="34" creationId="{06E102D3-05E0-496B-995A-45E0363AEE68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23"/>
          <ac:spMkLst>
            <pc:docMk/>
            <pc:sldMk cId="439466802" sldId="618"/>
            <ac:spMk id="35" creationId="{02BEAE54-F7FB-4954-AFBC-6F51363DA84D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25"/>
          <ac:spMkLst>
            <pc:docMk/>
            <pc:sldMk cId="439466802" sldId="618"/>
            <ac:spMk id="36" creationId="{0A9D6AD9-34EF-4264-98A1-EC31C040CC13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27"/>
          <ac:spMkLst>
            <pc:docMk/>
            <pc:sldMk cId="439466802" sldId="618"/>
            <ac:spMk id="37" creationId="{51B7E25B-0C8C-4823-9150-FFEBB6F78FC2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29"/>
          <ac:spMkLst>
            <pc:docMk/>
            <pc:sldMk cId="439466802" sldId="618"/>
            <ac:spMk id="38" creationId="{CDB78623-B5DA-4CFB-BAC3-78FD4575574E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31"/>
          <ac:spMkLst>
            <pc:docMk/>
            <pc:sldMk cId="439466802" sldId="618"/>
            <ac:spMk id="39" creationId="{5D679DD4-3256-49AD-A2D5-E9D694AAF1BD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33"/>
          <ac:spMkLst>
            <pc:docMk/>
            <pc:sldMk cId="439466802" sldId="618"/>
            <ac:spMk id="40" creationId="{BDA3DB66-C284-4B08-BACF-5738CBC90760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35"/>
          <ac:spMkLst>
            <pc:docMk/>
            <pc:sldMk cId="439466802" sldId="618"/>
            <ac:spMk id="41" creationId="{BCB21F12-867F-4390-939F-1F2D62A6A366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37"/>
          <ac:spMkLst>
            <pc:docMk/>
            <pc:sldMk cId="439466802" sldId="618"/>
            <ac:spMk id="42" creationId="{D6927D47-D919-41CF-859A-8D1F8A41931F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39"/>
          <ac:spMkLst>
            <pc:docMk/>
            <pc:sldMk cId="439466802" sldId="618"/>
            <ac:spMk id="43" creationId="{2CB99FF9-9C39-4DC5-B9F9-53F3A1D7752F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41"/>
          <ac:spMkLst>
            <pc:docMk/>
            <pc:sldMk cId="439466802" sldId="618"/>
            <ac:spMk id="44" creationId="{B42C949E-DBA2-4394-B0B4-D85B7EB996E4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143"/>
          <ac:spMkLst>
            <pc:docMk/>
            <pc:sldMk cId="439466802" sldId="618"/>
            <ac:spMk id="45" creationId="{54F611FC-8A47-42E6-AB8C-8965D8F7B46E}"/>
          </ac:spMkLst>
        </pc:spChg>
        <pc:grpChg chg="add mod ord">
          <ac:chgData name="Duschl Dr. Matthias - Munich-MR" userId="03a0a830-371c-4ec2-805f-33a550f56ad9" providerId="ADAL" clId="{D8CE7047-F2D8-4D73-B7A2-D6D9A4FF34B2}" dt="2019-11-19T07:35:29.453" v="91"/>
          <ac:grpSpMkLst>
            <pc:docMk/>
            <pc:sldMk cId="439466802" sldId="618"/>
            <ac:grpSpMk id="46" creationId="{394F756C-C552-4E17-A9BA-6B6915FA4448}"/>
          </ac:grpSpMkLst>
        </pc:grpChg>
        <pc:graphicFrameChg chg="add mod ord modVis">
          <ac:chgData name="Duschl Dr. Matthias - Munich-MR" userId="03a0a830-371c-4ec2-805f-33a550f56ad9" providerId="ADAL" clId="{D8CE7047-F2D8-4D73-B7A2-D6D9A4FF34B2}" dt="2019-11-19T07:35:29.515" v="173"/>
          <ac:graphicFrameMkLst>
            <pc:docMk/>
            <pc:sldMk cId="439466802" sldId="618"/>
            <ac:graphicFrameMk id="9" creationId="{3BEA3F4E-2FE9-4027-8D1A-A7A33AC18EE1}"/>
          </ac:graphicFrameMkLst>
        </pc:graphicFrameChg>
        <pc:picChg chg="mod ord">
          <ac:chgData name="Duschl Dr. Matthias - Munich-MR" userId="03a0a830-371c-4ec2-805f-33a550f56ad9" providerId="ADAL" clId="{D8CE7047-F2D8-4D73-B7A2-D6D9A4FF34B2}" dt="2019-11-19T07:35:29.453" v="107"/>
          <ac:picMkLst>
            <pc:docMk/>
            <pc:sldMk cId="439466802" sldId="618"/>
            <ac:picMk id="27" creationId="{3076119C-D550-413F-A8DC-5F44B6C2E5B4}"/>
          </ac:picMkLst>
        </pc:picChg>
      </pc:sldChg>
      <pc:sldChg chg="del">
        <pc:chgData name="Duschl Dr. Matthias - Munich-MR" userId="03a0a830-371c-4ec2-805f-33a550f56ad9" providerId="ADAL" clId="{D8CE7047-F2D8-4D73-B7A2-D6D9A4FF34B2}" dt="2019-11-19T07:28:38.526" v="7" actId="2696"/>
        <pc:sldMkLst>
          <pc:docMk/>
          <pc:sldMk cId="3584111291" sldId="620"/>
        </pc:sldMkLst>
      </pc:sldChg>
      <pc:sldChg chg="del">
        <pc:chgData name="Duschl Dr. Matthias - Munich-MR" userId="03a0a830-371c-4ec2-805f-33a550f56ad9" providerId="ADAL" clId="{D8CE7047-F2D8-4D73-B7A2-D6D9A4FF34B2}" dt="2019-11-19T07:28:38.511" v="5" actId="2696"/>
        <pc:sldMkLst>
          <pc:docMk/>
          <pc:sldMk cId="3005647307" sldId="623"/>
        </pc:sldMkLst>
      </pc:sldChg>
      <pc:sldMasterChg chg="addSp modSp">
        <pc:chgData name="Duschl Dr. Matthias - Munich-MR" userId="03a0a830-371c-4ec2-805f-33a550f56ad9" providerId="ADAL" clId="{D8CE7047-F2D8-4D73-B7A2-D6D9A4FF34B2}" dt="2019-11-19T07:35:29.500" v="158"/>
        <pc:sldMasterMkLst>
          <pc:docMk/>
          <pc:sldMasterMk cId="4069829437" sldId="2147483798"/>
        </pc:sldMasterMkLst>
        <pc:spChg chg="mod ord">
          <ac:chgData name="Duschl Dr. Matthias - Munich-MR" userId="03a0a830-371c-4ec2-805f-33a550f56ad9" providerId="ADAL" clId="{D8CE7047-F2D8-4D73-B7A2-D6D9A4FF34B2}" dt="2019-11-19T07:35:29.437" v="77"/>
          <ac:spMkLst>
            <pc:docMk/>
            <pc:sldMasterMk cId="4069829437" sldId="2147483798"/>
            <ac:spMk id="2" creationId="{00000000-0000-0000-0000-000000000000}"/>
          </ac:spMkLst>
        </pc:spChg>
        <pc:spChg chg="mod ord">
          <ac:chgData name="Duschl Dr. Matthias - Munich-MR" userId="03a0a830-371c-4ec2-805f-33a550f56ad9" providerId="ADAL" clId="{D8CE7047-F2D8-4D73-B7A2-D6D9A4FF34B2}" dt="2019-11-19T07:35:29.437" v="79"/>
          <ac:spMkLst>
            <pc:docMk/>
            <pc:sldMasterMk cId="4069829437" sldId="2147483798"/>
            <ac:spMk id="3" creationId="{00000000-0000-0000-0000-000000000000}"/>
          </ac:spMkLst>
        </pc:spChg>
        <pc:spChg chg="add mod ord modVis">
          <ac:chgData name="Duschl Dr. Matthias - Munich-MR" userId="03a0a830-371c-4ec2-805f-33a550f56ad9" providerId="ADAL" clId="{D8CE7047-F2D8-4D73-B7A2-D6D9A4FF34B2}" dt="2019-11-19T07:35:29.437" v="73"/>
          <ac:spMkLst>
            <pc:docMk/>
            <pc:sldMasterMk cId="4069829437" sldId="2147483798"/>
            <ac:spMk id="4" creationId="{7C7567D6-2AFD-443F-9119-5F253BA8A01D}"/>
          </ac:spMkLst>
        </pc:spChg>
        <pc:spChg chg="mod ord">
          <ac:chgData name="Duschl Dr. Matthias - Munich-MR" userId="03a0a830-371c-4ec2-805f-33a550f56ad9" providerId="ADAL" clId="{D8CE7047-F2D8-4D73-B7A2-D6D9A4FF34B2}" dt="2019-11-19T07:35:29.437" v="75"/>
          <ac:spMkLst>
            <pc:docMk/>
            <pc:sldMasterMk cId="4069829437" sldId="2147483798"/>
            <ac:spMk id="9" creationId="{00000000-0000-0000-0000-000000000000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81"/>
          <ac:spMkLst>
            <pc:docMk/>
            <pc:sldMasterMk cId="4069829437" sldId="2147483798"/>
            <ac:spMk id="10" creationId="{00000000-0000-0000-0000-000000000000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83"/>
          <ac:spMkLst>
            <pc:docMk/>
            <pc:sldMasterMk cId="4069829437" sldId="2147483798"/>
            <ac:spMk id="11" creationId="{00000000-0000-0000-0000-000000000000}"/>
          </ac:spMkLst>
        </pc:spChg>
        <pc:spChg chg="mod ord">
          <ac:chgData name="Duschl Dr. Matthias - Munich-MR" userId="03a0a830-371c-4ec2-805f-33a550f56ad9" providerId="ADAL" clId="{D8CE7047-F2D8-4D73-B7A2-D6D9A4FF34B2}" dt="2019-11-19T07:35:29.453" v="85"/>
          <ac:spMkLst>
            <pc:docMk/>
            <pc:sldMasterMk cId="4069829437" sldId="2147483798"/>
            <ac:spMk id="12" creationId="{00000000-0000-0000-0000-000000000000}"/>
          </ac:spMkLst>
        </pc:spChg>
        <pc:graphicFrameChg chg="add mod ord modVis">
          <ac:chgData name="Duschl Dr. Matthias - Munich-MR" userId="03a0a830-371c-4ec2-805f-33a550f56ad9" providerId="ADAL" clId="{D8CE7047-F2D8-4D73-B7A2-D6D9A4FF34B2}" dt="2019-11-19T07:35:29.500" v="158"/>
          <ac:graphicFrameMkLst>
            <pc:docMk/>
            <pc:sldMasterMk cId="4069829437" sldId="2147483798"/>
            <ac:graphicFrameMk id="5" creationId="{E3383699-2547-4034-B40B-887C721A5829}"/>
          </ac:graphicFrameMkLst>
        </pc:graphicFrameChg>
        <pc:picChg chg="mod ord">
          <ac:chgData name="Duschl Dr. Matthias - Munich-MR" userId="03a0a830-371c-4ec2-805f-33a550f56ad9" providerId="ADAL" clId="{D8CE7047-F2D8-4D73-B7A2-D6D9A4FF34B2}" dt="2019-11-19T07:35:29.453" v="87"/>
          <ac:picMkLst>
            <pc:docMk/>
            <pc:sldMasterMk cId="4069829437" sldId="2147483798"/>
            <ac:picMk id="16" creationId="{00000000-0000-0000-0000-000000000000}"/>
          </ac:picMkLst>
        </pc:picChg>
      </pc:sldMasterChg>
    </pc:docChg>
  </pc:docChgLst>
</pc:chgInfo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862" cy="497413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294" y="0"/>
            <a:ext cx="2945862" cy="497413"/>
          </a:xfrm>
          <a:prstGeom prst="rect">
            <a:avLst/>
          </a:prstGeom>
        </p:spPr>
        <p:txBody>
          <a:bodyPr vert="horz" lIns="88230" tIns="44115" rIns="88230" bIns="44115" rtlCol="0"/>
          <a:lstStyle>
            <a:lvl1pPr algn="r">
              <a:defRPr sz="1200"/>
            </a:lvl1pPr>
          </a:lstStyle>
          <a:p>
            <a:fld id="{6286A2EE-BAD7-46B5-9592-B75E0AFADDE1}" type="datetimeFigureOut">
              <a:rPr lang="en-GB" smtClean="0"/>
              <a:t>19/11/2019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30" tIns="44115" rIns="88230" bIns="44115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64" y="4778546"/>
            <a:ext cx="5438748" cy="3908459"/>
          </a:xfrm>
          <a:prstGeom prst="rect">
            <a:avLst/>
          </a:prstGeom>
        </p:spPr>
        <p:txBody>
          <a:bodyPr vert="horz" lIns="88230" tIns="44115" rIns="88230" bIns="44115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813"/>
            <a:ext cx="2945862" cy="497413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294" y="9430813"/>
            <a:ext cx="2945862" cy="497413"/>
          </a:xfrm>
          <a:prstGeom prst="rect">
            <a:avLst/>
          </a:prstGeom>
        </p:spPr>
        <p:txBody>
          <a:bodyPr vert="horz" lIns="88230" tIns="44115" rIns="88230" bIns="44115" rtlCol="0" anchor="b"/>
          <a:lstStyle>
            <a:lvl1pPr algn="r">
              <a:defRPr sz="1200"/>
            </a:lvl1pPr>
          </a:lstStyle>
          <a:p>
            <a:fld id="{5D5F805A-8631-4BC0-9E15-AAD0D30AC39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0883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2.bin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4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2556000"/>
          </a:xfrm>
          <a:solidFill>
            <a:schemeClr val="tx2"/>
          </a:solidFill>
        </p:spPr>
        <p:txBody>
          <a:bodyPr tIns="720000" anchor="t" anchorCtr="1"/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cover picture, click on the icon in the middle.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6000" y="2862000"/>
            <a:ext cx="6318000" cy="7740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2400" cap="none" baseline="0"/>
            </a:lvl1pPr>
          </a:lstStyle>
          <a:p>
            <a:r>
              <a:rPr lang="en-GB" dirty="0"/>
              <a:t>Title 24 pt, two lines max.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6000" y="4230000"/>
            <a:ext cx="6318000" cy="648000"/>
          </a:xfrm>
        </p:spPr>
        <p:txBody>
          <a:bodyPr anchor="b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lvl1pPr>
          </a:lstStyle>
          <a:p>
            <a:r>
              <a:rPr lang="en-GB" dirty="0"/>
              <a:t>Date: DD/MM/YYYY</a:t>
            </a:r>
            <a:br>
              <a:rPr lang="en-GB" dirty="0"/>
            </a:br>
            <a:r>
              <a:rPr lang="en-GB" dirty="0"/>
              <a:t>Name of speaker</a:t>
            </a:r>
          </a:p>
        </p:txBody>
      </p:sp>
      <p:sp>
        <p:nvSpPr>
          <p:cNvPr id="7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23400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pic>
        <p:nvPicPr>
          <p:cNvPr id="14" name="Grafik 13" descr="Logo_Munich Re_42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200" y="4489200"/>
            <a:ext cx="1521000" cy="3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97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with sma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12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9144000" cy="5143500"/>
          </a:xfrm>
          <a:custGeom>
            <a:avLst/>
            <a:gdLst>
              <a:gd name="connsiteX0" fmla="*/ 0 w 9144000"/>
              <a:gd name="connsiteY0" fmla="*/ 0 h 5143500"/>
              <a:gd name="connsiteX1" fmla="*/ 9144000 w 9144000"/>
              <a:gd name="connsiteY1" fmla="*/ 0 h 5143500"/>
              <a:gd name="connsiteX2" fmla="*/ 9144000 w 9144000"/>
              <a:gd name="connsiteY2" fmla="*/ 5143500 h 5143500"/>
              <a:gd name="connsiteX3" fmla="*/ 7560000 w 9144000"/>
              <a:gd name="connsiteY3" fmla="*/ 5143500 h 5143500"/>
              <a:gd name="connsiteX4" fmla="*/ 7560000 w 9144000"/>
              <a:gd name="connsiteY4" fmla="*/ 2565900 h 5143500"/>
              <a:gd name="connsiteX5" fmla="*/ 0 w 9144000"/>
              <a:gd name="connsiteY5" fmla="*/ 2565900 h 5143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44000" h="5143500">
                <a:moveTo>
                  <a:pt x="0" y="0"/>
                </a:moveTo>
                <a:lnTo>
                  <a:pt x="9144000" y="0"/>
                </a:lnTo>
                <a:lnTo>
                  <a:pt x="9144000" y="5143500"/>
                </a:lnTo>
                <a:lnTo>
                  <a:pt x="7560000" y="5143500"/>
                </a:lnTo>
                <a:lnTo>
                  <a:pt x="7560000" y="2565900"/>
                </a:lnTo>
                <a:lnTo>
                  <a:pt x="0" y="25659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tIns="1980000" anchor="t" anchorCtr="1">
            <a:noAutofit/>
          </a:bodyPr>
          <a:lstStyle>
            <a:lvl1pPr marL="0" indent="0">
              <a:buNone/>
              <a:defRPr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cover picture, click on the icon in the middle.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06000" y="2862000"/>
            <a:ext cx="4716000" cy="774000"/>
          </a:xfrm>
          <a:noFill/>
        </p:spPr>
        <p:txBody>
          <a:bodyPr lIns="0" rIns="0" bIns="0" anchor="b">
            <a:noAutofit/>
          </a:bodyPr>
          <a:lstStyle>
            <a:lvl1pPr>
              <a:lnSpc>
                <a:spcPct val="100000"/>
              </a:lnSpc>
              <a:defRPr sz="2400" cap="none" baseline="0"/>
            </a:lvl1pPr>
          </a:lstStyle>
          <a:p>
            <a:r>
              <a:rPr lang="en-GB" dirty="0"/>
              <a:t>Title 24 pt, two lines max.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6000" y="4230000"/>
            <a:ext cx="4716000" cy="648000"/>
          </a:xfrm>
        </p:spPr>
        <p:txBody>
          <a:bodyPr anchor="b" anchorCtr="0"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Date: DD/MM/YYYY</a:t>
            </a:r>
            <a:br>
              <a:rPr lang="en-GB" dirty="0"/>
            </a:br>
            <a:r>
              <a:rPr lang="en-GB" dirty="0"/>
              <a:t>Name of speaker</a:t>
            </a:r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5181543" y="2355750"/>
            <a:ext cx="2376000" cy="216000"/>
          </a:xfrm>
        </p:spPr>
        <p:txBody>
          <a:bodyPr wrap="none" tIns="72000" rIns="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pic>
        <p:nvPicPr>
          <p:cNvPr id="14" name="Grafik 13" descr="Logo_Munich Re_42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8000" y="4489200"/>
            <a:ext cx="1521000" cy="35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0538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GB" dirty="0"/>
              <a:t>Title 20 pt, two lines max. for Agenda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450000" indent="-450000">
              <a:spcAft>
                <a:spcPts val="900"/>
              </a:spcAft>
              <a:buClr>
                <a:schemeClr val="accent1"/>
              </a:buClr>
              <a:buSzPct val="145000"/>
              <a:buAutoNum type="arabicPeriod"/>
              <a:defRPr/>
            </a:lvl1pPr>
            <a:lvl2pPr marL="720000">
              <a:defRPr/>
            </a:lvl2pPr>
            <a:lvl3pPr marL="990000">
              <a:defRPr/>
            </a:lvl3pPr>
            <a:lvl4pPr marL="1260000">
              <a:defRPr/>
            </a:lvl4pPr>
            <a:lvl5pPr marL="1530000">
              <a:defRPr/>
            </a:lvl5pPr>
            <a:lvl6pPr marL="1800000">
              <a:defRPr/>
            </a:lvl6pPr>
            <a:lvl7pPr marL="2070000">
              <a:defRPr/>
            </a:lvl7pPr>
            <a:lvl8pPr marL="2340000">
              <a:defRPr baseline="0"/>
            </a:lvl8pPr>
            <a:lvl9pPr marL="2610000">
              <a:defRPr baseline="0"/>
            </a:lvl9pPr>
          </a:lstStyle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73BA-7939-40A6-9798-472FFB423491}" type="datetime4">
              <a:rPr lang="en-GB" noProof="0" smtClean="0"/>
              <a:t>19 November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Best Practice</a:t>
            </a:r>
          </a:p>
        </p:txBody>
      </p:sp>
    </p:spTree>
    <p:extLst>
      <p:ext uri="{BB962C8B-B14F-4D97-AF65-F5344CB8AC3E}">
        <p14:creationId xmlns:p14="http://schemas.microsoft.com/office/powerpoint/2010/main" val="531036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bulleted list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E1DF1-D254-4F74-A955-659F77913DE1}" type="datetime4">
              <a:rPr lang="en-GB" noProof="0" smtClean="0"/>
              <a:t>19 November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Best Practice</a:t>
            </a:r>
          </a:p>
        </p:txBody>
      </p:sp>
    </p:spTree>
    <p:extLst>
      <p:ext uri="{BB962C8B-B14F-4D97-AF65-F5344CB8AC3E}">
        <p14:creationId xmlns:p14="http://schemas.microsoft.com/office/powerpoint/2010/main" val="2592000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number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Title 20 pt, two lines max. and numbering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AutoNum type="arabicPeriod"/>
              <a:defRPr/>
            </a:lvl1pPr>
          </a:lstStyle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63617-F498-4509-B7A1-639E95CDE66F}" type="datetime4">
              <a:rPr lang="en-GB" noProof="0" smtClean="0"/>
              <a:t>19 November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Best Practice</a:t>
            </a:r>
          </a:p>
        </p:txBody>
      </p:sp>
    </p:spTree>
    <p:extLst>
      <p:ext uri="{BB962C8B-B14F-4D97-AF65-F5344CB8AC3E}">
        <p14:creationId xmlns:p14="http://schemas.microsoft.com/office/powerpoint/2010/main" val="1417529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  <a:lvl2pPr marL="270000" indent="0">
              <a:buNone/>
            </a:lvl2pPr>
            <a:lvl3pPr marL="540000" indent="0">
              <a:buNone/>
            </a:lvl3pPr>
            <a:lvl4pPr marL="810000" indent="0">
              <a:buNone/>
            </a:lvl4pPr>
            <a:lvl5pPr marL="1080000" indent="0">
              <a:buNone/>
            </a:lvl5pPr>
            <a:lvl6pPr marL="1350000" indent="0">
              <a:buNone/>
            </a:lvl6pPr>
            <a:lvl7pPr marL="1620000" indent="0">
              <a:buNone/>
            </a:lvl7pPr>
            <a:lvl8pPr marL="1890000" indent="0">
              <a:buNone/>
            </a:lvl8pPr>
            <a:lvl9pPr marL="2160000" indent="0">
              <a:buNone/>
            </a:lvl9pPr>
          </a:lstStyle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text</a:t>
            </a:r>
            <a:endParaRPr lang="en-GB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9BE82-EFA7-4E84-AC3B-04D00CBAF4AB}" type="datetime4">
              <a:rPr lang="en-GB" noProof="0" smtClean="0"/>
              <a:t>19 November 2019</a:t>
            </a:fld>
            <a:endParaRPr lang="en-GB" noProof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GB" noProof="0" smtClean="0"/>
              <a:pPr/>
              <a:t>‹Nr.›</a:t>
            </a:fld>
            <a:endParaRPr lang="en-GB" noProof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noProof="0"/>
              <a:t>MR Best Practice</a:t>
            </a:r>
          </a:p>
        </p:txBody>
      </p:sp>
    </p:spTree>
    <p:extLst>
      <p:ext uri="{BB962C8B-B14F-4D97-AF65-F5344CB8AC3E}">
        <p14:creationId xmlns:p14="http://schemas.microsoft.com/office/powerpoint/2010/main" val="3725138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Titel und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06000"/>
            <a:ext cx="853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Heading 16 pt, single line</a:t>
            </a:r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7B3419F-147B-4BE4-854D-055A027ABAD1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4" name="Fußzeilenplatzhalter 13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16" name="Titel 1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chart</a:t>
            </a:r>
          </a:p>
        </p:txBody>
      </p:sp>
      <p:sp>
        <p:nvSpPr>
          <p:cNvPr id="18" name="Diagrammplatzhalter 17"/>
          <p:cNvSpPr>
            <a:spLocks noGrp="1"/>
          </p:cNvSpPr>
          <p:nvPr>
            <p:ph type="chart" sz="quarter" idx="15" hasCustomPrompt="1"/>
          </p:nvPr>
        </p:nvSpPr>
        <p:spPr>
          <a:xfrm>
            <a:off x="306000" y="1530000"/>
            <a:ext cx="8532000" cy="3304800"/>
          </a:xfrm>
          <a:noFill/>
        </p:spPr>
        <p:txBody>
          <a:bodyPr/>
          <a:lstStyle>
            <a:lvl1pPr marL="0" indent="0">
              <a:buNone/>
            </a:lvl1pPr>
          </a:lstStyle>
          <a:p>
            <a:r>
              <a:rPr lang="en-GB" dirty="0"/>
              <a:t>To insert a chart, click on the icon in the middle.</a:t>
            </a:r>
            <a:br>
              <a:rPr lang="en-GB" dirty="0"/>
            </a:br>
            <a:r>
              <a:rPr lang="en-GB" dirty="0"/>
              <a:t>Changing chart colours: Click on Chart in the ribbon bar, then Chart Tools &gt; Design &gt; Change Colors (Quick Colours for Charts). Under Monochromatic, select Colour 5 or 8</a:t>
            </a:r>
          </a:p>
        </p:txBody>
      </p:sp>
    </p:spTree>
    <p:extLst>
      <p:ext uri="{BB962C8B-B14F-4D97-AF65-F5344CB8AC3E}">
        <p14:creationId xmlns:p14="http://schemas.microsoft.com/office/powerpoint/2010/main" val="2027971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pt, two lines max. and table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5D8D9EB-B60B-46E9-B46C-37B3FC2C8140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12" name="Tabellenplatzhalter 11"/>
          <p:cNvSpPr>
            <a:spLocks noGrp="1"/>
          </p:cNvSpPr>
          <p:nvPr>
            <p:ph type="tbl" sz="quarter" idx="19" hasCustomPrompt="1"/>
          </p:nvPr>
        </p:nvSpPr>
        <p:spPr>
          <a:xfrm>
            <a:off x="306000" y="1205138"/>
            <a:ext cx="8532000" cy="3628800"/>
          </a:xfrm>
        </p:spPr>
        <p:txBody>
          <a:bodyPr/>
          <a:lstStyle>
            <a:lvl1pPr marL="0" indent="0">
              <a:buFontTx/>
              <a:buNone/>
            </a:lvl1pPr>
          </a:lstStyle>
          <a:p>
            <a:r>
              <a:rPr lang="en-GB" dirty="0"/>
              <a:t>To insert a table, click on the icon in the middle.</a:t>
            </a:r>
          </a:p>
        </p:txBody>
      </p:sp>
    </p:spTree>
    <p:extLst>
      <p:ext uri="{BB962C8B-B14F-4D97-AF65-F5344CB8AC3E}">
        <p14:creationId xmlns:p14="http://schemas.microsoft.com/office/powerpoint/2010/main" val="3897363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Title 20 pt, two lines max. and two content blocks</a:t>
            </a:r>
          </a:p>
        </p:txBody>
      </p:sp>
      <p:sp>
        <p:nvSpPr>
          <p:cNvPr id="13" name="Datumsplatzhalt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3543B-CBDA-4B28-B297-5921F03B2D1D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4" name="Foliennummernplatzhalt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5" name="Fußzeilenplatzhalt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20" name="Inhaltsplatzhalter 19"/>
          <p:cNvSpPr>
            <a:spLocks noGrp="1"/>
          </p:cNvSpPr>
          <p:nvPr>
            <p:ph sz="quarter" idx="13" hasCustomPrompt="1"/>
          </p:nvPr>
        </p:nvSpPr>
        <p:spPr>
          <a:xfrm>
            <a:off x="306000" y="1530000"/>
            <a:ext cx="4111200" cy="3304800"/>
          </a:xfrm>
          <a:noFill/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GB" dirty="0"/>
              <a:t>To customise the points hierarchy, use Start &gt; Paragraph &gt; Decrease/Increase List Level.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22" name="Inhaltsplatzhalter 21"/>
          <p:cNvSpPr>
            <a:spLocks noGrp="1"/>
          </p:cNvSpPr>
          <p:nvPr>
            <p:ph sz="quarter" idx="14" hasCustomPrompt="1"/>
          </p:nvPr>
        </p:nvSpPr>
        <p:spPr>
          <a:xfrm>
            <a:off x="4723200" y="1530000"/>
            <a:ext cx="4111200" cy="3304800"/>
          </a:xfrm>
          <a:noFill/>
        </p:spPr>
        <p:txBody>
          <a:bodyPr lIns="0" tIns="0" rIns="0" bIns="0"/>
          <a:lstStyle>
            <a:lvl1pPr>
              <a:defRPr/>
            </a:lvl1pPr>
          </a:lstStyle>
          <a:p>
            <a:pPr lvl="0"/>
            <a:r>
              <a:rPr lang="en-GB" dirty="0"/>
              <a:t>To customise the points hierarchy, use Start &gt; Paragraph &gt; Decrease/Increase List Level.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 hasCustomPrompt="1"/>
          </p:nvPr>
        </p:nvSpPr>
        <p:spPr>
          <a:xfrm>
            <a:off x="306000" y="1206000"/>
            <a:ext cx="4111200" cy="324000"/>
          </a:xfrm>
          <a:noFill/>
        </p:spPr>
        <p:txBody>
          <a:bodyPr lIns="0" tIns="0" rIns="0" bIns="0" anchor="t"/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Heading 16 pt, single line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 hasCustomPrompt="1"/>
          </p:nvPr>
        </p:nvSpPr>
        <p:spPr>
          <a:xfrm>
            <a:off x="4723200" y="1206000"/>
            <a:ext cx="4111200" cy="324000"/>
          </a:xfrm>
          <a:noFill/>
        </p:spPr>
        <p:txBody>
          <a:bodyPr lIns="0" tIns="0" rIns="0" bIns="0" anchor="t"/>
          <a:lstStyle>
            <a:lvl1pPr marL="0" indent="0">
              <a:buFontTx/>
              <a:buNone/>
              <a:defRPr sz="1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Heading 16 pt, single line</a:t>
            </a:r>
          </a:p>
        </p:txBody>
      </p:sp>
    </p:spTree>
    <p:extLst>
      <p:ext uri="{BB962C8B-B14F-4D97-AF65-F5344CB8AC3E}">
        <p14:creationId xmlns:p14="http://schemas.microsoft.com/office/powerpoint/2010/main" val="1964974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2976">
          <p15:clr>
            <a:srgbClr val="FBAE40"/>
          </p15:clr>
        </p15:guide>
        <p15:guide id="2" pos="2784">
          <p15:clr>
            <a:srgbClr val="FBAE40"/>
          </p15:clr>
        </p15:guide>
        <p15:guide id="3" orient="horz" pos="965">
          <p15:clr>
            <a:srgbClr val="FBAE40"/>
          </p15:clr>
        </p15:guide>
        <p15:guide id="4" orient="horz" pos="114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hree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Bildplatzhalter 18"/>
          <p:cNvSpPr>
            <a:spLocks noGrp="1"/>
          </p:cNvSpPr>
          <p:nvPr>
            <p:ph type="pic" sz="quarter" idx="13" hasCustomPrompt="1"/>
          </p:nvPr>
        </p:nvSpPr>
        <p:spPr>
          <a:xfrm>
            <a:off x="3060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20" name="Bildplatzhalter 18"/>
          <p:cNvSpPr>
            <a:spLocks noGrp="1"/>
          </p:cNvSpPr>
          <p:nvPr>
            <p:ph type="pic" sz="quarter" idx="14" hasCustomPrompt="1"/>
          </p:nvPr>
        </p:nvSpPr>
        <p:spPr>
          <a:xfrm>
            <a:off x="32544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  <a:tabLst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21" name="Bildplatzhalter 18"/>
          <p:cNvSpPr>
            <a:spLocks noGrp="1"/>
          </p:cNvSpPr>
          <p:nvPr>
            <p:ph type="pic" sz="quarter" idx="15" hasCustomPrompt="1"/>
          </p:nvPr>
        </p:nvSpPr>
        <p:spPr>
          <a:xfrm>
            <a:off x="6199200" y="1206000"/>
            <a:ext cx="2638800" cy="2178000"/>
          </a:xfrm>
        </p:spPr>
        <p:txBody>
          <a:bodyPr>
            <a:normAutofit/>
          </a:bodyPr>
          <a:lstStyle>
            <a:lvl1pPr marL="0" indent="0">
              <a:buFontTx/>
              <a:buNone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23" name="Textplatzhalter 22"/>
          <p:cNvSpPr>
            <a:spLocks noGrp="1"/>
          </p:cNvSpPr>
          <p:nvPr>
            <p:ph type="body" sz="quarter" idx="16" hasCustomPrompt="1"/>
          </p:nvPr>
        </p:nvSpPr>
        <p:spPr>
          <a:xfrm>
            <a:off x="306000" y="3456001"/>
            <a:ext cx="2638800" cy="1377938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/>
            <a:r>
              <a:rPr lang="en-GB" noProof="0" dirty="0"/>
              <a:t>To customise the points hierarchy, use Start &gt; Paragraph &gt; Decrease/Increase List Level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4" name="Textplatzhalter 22"/>
          <p:cNvSpPr>
            <a:spLocks noGrp="1"/>
          </p:cNvSpPr>
          <p:nvPr>
            <p:ph type="body" sz="quarter" idx="17" hasCustomPrompt="1"/>
          </p:nvPr>
        </p:nvSpPr>
        <p:spPr>
          <a:xfrm>
            <a:off x="3254400" y="3456000"/>
            <a:ext cx="2638800" cy="137793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25" name="Textplatzhalter 22"/>
          <p:cNvSpPr>
            <a:spLocks noGrp="1"/>
          </p:cNvSpPr>
          <p:nvPr>
            <p:ph type="body" sz="quarter" idx="18" hasCustomPrompt="1"/>
          </p:nvPr>
        </p:nvSpPr>
        <p:spPr>
          <a:xfrm>
            <a:off x="6199200" y="3456001"/>
            <a:ext cx="2638800" cy="1377938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  <a:lvl6pPr>
              <a:spcAft>
                <a:spcPts val="0"/>
              </a:spcAft>
              <a:defRPr/>
            </a:lvl6pPr>
            <a:lvl7pPr>
              <a:spcAft>
                <a:spcPts val="0"/>
              </a:spcAft>
            </a:lvl7pPr>
            <a:lvl8pPr>
              <a:spcAft>
                <a:spcPts val="0"/>
              </a:spcAft>
            </a:lvl8pPr>
            <a:lvl9pPr>
              <a:spcAft>
                <a:spcPts val="0"/>
              </a:spcAft>
            </a:lvl9pPr>
          </a:lstStyle>
          <a:p>
            <a:pPr lvl="0">
              <a:spcAft>
                <a:spcPts val="0"/>
              </a:spcAft>
            </a:pPr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</p:txBody>
      </p:sp>
      <p:sp>
        <p:nvSpPr>
          <p:cNvPr id="12" name="Titel 1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pt, two lines max. and three pictures with text</a:t>
            </a:r>
          </a:p>
        </p:txBody>
      </p:sp>
      <p:sp>
        <p:nvSpPr>
          <p:cNvPr id="16" name="Datumsplatzhalter 15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93FB79FD-B43A-4DF5-990A-0525E7247A05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7" name="Foliennummernplatzhalter 16"/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8" name="Fußzeilenplatzhalter 17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15" name="Textplatzhalter 12"/>
          <p:cNvSpPr>
            <a:spLocks noGrp="1"/>
          </p:cNvSpPr>
          <p:nvPr>
            <p:ph type="body" sz="quarter" idx="23" hasCustomPrompt="1"/>
          </p:nvPr>
        </p:nvSpPr>
        <p:spPr>
          <a:xfrm>
            <a:off x="568800" y="3222000"/>
            <a:ext cx="2376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sp>
        <p:nvSpPr>
          <p:cNvPr id="14" name="Textplatzhalter 12"/>
          <p:cNvSpPr>
            <a:spLocks noGrp="1"/>
          </p:cNvSpPr>
          <p:nvPr>
            <p:ph type="body" sz="quarter" idx="22" hasCustomPrompt="1"/>
          </p:nvPr>
        </p:nvSpPr>
        <p:spPr>
          <a:xfrm>
            <a:off x="3517200" y="3222000"/>
            <a:ext cx="2376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462000" y="3222000"/>
            <a:ext cx="2376000" cy="162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</p:spTree>
    <p:extLst>
      <p:ext uri="{BB962C8B-B14F-4D97-AF65-F5344CB8AC3E}">
        <p14:creationId xmlns:p14="http://schemas.microsoft.com/office/powerpoint/2010/main" val="2384945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2177">
          <p15:clr>
            <a:srgbClr val="FBAE40"/>
          </p15:clr>
        </p15:guide>
        <p15:guide id="2" pos="1854">
          <p15:clr>
            <a:srgbClr val="FBAE40"/>
          </p15:clr>
        </p15:guide>
        <p15:guide id="3" pos="2051">
          <p15:clr>
            <a:srgbClr val="FBAE40"/>
          </p15:clr>
        </p15:guide>
        <p15:guide id="4" pos="3711">
          <p15:clr>
            <a:srgbClr val="FBAE40"/>
          </p15:clr>
        </p15:guide>
        <p15:guide id="5" pos="39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picture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noFill/>
          <a:effectLst/>
        </p:spPr>
        <p:txBody>
          <a:bodyPr lIns="0" tIns="0" rIns="0" bIns="0">
            <a:noAutofit/>
          </a:bodyPr>
          <a:lstStyle>
            <a:lvl1pPr>
              <a:defRPr/>
            </a:lvl1pPr>
          </a:lstStyle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</a:t>
            </a:r>
            <a:r>
              <a:rPr lang="en-GB" noProof="0" dirty="0" err="1"/>
              <a:t>pt</a:t>
            </a:r>
            <a:r>
              <a:rPr lang="en-GB" noProof="0" dirty="0"/>
              <a:t>, two lines max. and picture with text</a:t>
            </a:r>
          </a:p>
        </p:txBody>
      </p:sp>
      <p:sp>
        <p:nvSpPr>
          <p:cNvPr id="14" name="Bildplatzhalter 13"/>
          <p:cNvSpPr>
            <a:spLocks noGrp="1"/>
          </p:cNvSpPr>
          <p:nvPr>
            <p:ph type="pic" sz="quarter" idx="19" hasCustomPrompt="1"/>
          </p:nvPr>
        </p:nvSpPr>
        <p:spPr>
          <a:xfrm>
            <a:off x="306000" y="1206000"/>
            <a:ext cx="5382000" cy="36288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12" name="Datumsplatzhalter 1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13AF35C4-9DEE-417F-91C5-11A061E7E387}" type="datetime4">
              <a:rPr lang="en-GB" noProof="0" smtClean="0"/>
              <a:t>19 November 2019</a:t>
            </a:fld>
            <a:endParaRPr lang="en-GB" noProof="0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D56DB8AA-803C-49D2-90AA-1140CE72DCD7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GB" noProof="0"/>
              <a:t>MR Best Practice</a:t>
            </a:r>
            <a:endParaRPr lang="en-GB" noProof="0" dirty="0"/>
          </a:p>
        </p:txBody>
      </p:sp>
      <p:sp>
        <p:nvSpPr>
          <p:cNvPr id="9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3312000" y="46188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Image: Please quote the image / source / name of </a:t>
            </a:r>
            <a:r>
              <a:rPr lang="en-GB" noProof="0" dirty="0" err="1"/>
              <a:t>Photographern</a:t>
            </a:r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870963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776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itle and content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noFill/>
          <a:effectLst/>
        </p:spPr>
        <p:txBody>
          <a:bodyPr lIns="0" tIns="0" rIns="0" bIns="0">
            <a:noAutofit/>
          </a:bodyPr>
          <a:lstStyle/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20 pt, two lines max. and contents with comments column</a:t>
            </a:r>
          </a:p>
        </p:txBody>
      </p:sp>
      <p:sp>
        <p:nvSpPr>
          <p:cNvPr id="14" name="Inhaltsplatzhalter 16"/>
          <p:cNvSpPr>
            <a:spLocks noGrp="1"/>
          </p:cNvSpPr>
          <p:nvPr>
            <p:ph sz="quarter" idx="19" hasCustomPrompt="1"/>
          </p:nvPr>
        </p:nvSpPr>
        <p:spPr>
          <a:xfrm>
            <a:off x="306000" y="1530000"/>
            <a:ext cx="5382000" cy="3304800"/>
          </a:xfrm>
          <a:noFill/>
          <a:effectLst/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/>
            </a:lvl1pPr>
          </a:lstStyle>
          <a:p>
            <a:pPr lvl="0"/>
            <a:r>
              <a:rPr lang="en-GB" dirty="0"/>
              <a:t>To insert a table, chart, SmartArt graphic, picture or online graphic, click on the icon in the middle.</a:t>
            </a:r>
            <a:endParaRPr dirty="0"/>
          </a:p>
        </p:txBody>
      </p:sp>
      <p:sp>
        <p:nvSpPr>
          <p:cNvPr id="2" name="Datumsplatzhalter 13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9BF49B69-B744-468F-A67E-A04B7CF654E9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5" name="Foliennummernplatzhalter 14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6" name="Fußzeilenplatzhalter 15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06000"/>
            <a:ext cx="538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noProof="0" dirty="0"/>
              <a:t>Heading 16 pt, single line</a:t>
            </a:r>
          </a:p>
        </p:txBody>
      </p:sp>
    </p:spTree>
    <p:extLst>
      <p:ext uri="{BB962C8B-B14F-4D97-AF65-F5344CB8AC3E}">
        <p14:creationId xmlns:p14="http://schemas.microsoft.com/office/powerpoint/2010/main" val="3310072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965">
          <p15:clr>
            <a:srgbClr val="FBAE40"/>
          </p15:clr>
        </p15:guide>
        <p15:guide id="2" pos="3776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1075500"/>
            <a:ext cx="9144000" cy="406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612000" y="4212000"/>
            <a:ext cx="7920000" cy="324000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FontTx/>
              <a:buNone/>
              <a:defRPr sz="2200" i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3pPr>
            <a:lvl4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4pPr>
            <a:lvl5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5pPr>
            <a:lvl6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6pPr>
            <a:lvl7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7pPr>
            <a:lvl8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8pPr>
            <a:lvl9pPr marL="0" indent="0">
              <a:lnSpc>
                <a:spcPct val="100000"/>
              </a:lnSpc>
              <a:buFontTx/>
              <a:buNone/>
              <a:defRPr sz="220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 dirty="0"/>
              <a:t>Author, two lines max.</a:t>
            </a:r>
          </a:p>
        </p:txBody>
      </p:sp>
      <p:sp>
        <p:nvSpPr>
          <p:cNvPr id="9" name="Titel 8"/>
          <p:cNvSpPr>
            <a:spLocks noGrp="1"/>
          </p:cNvSpPr>
          <p:nvPr>
            <p:ph type="title" hasCustomPrompt="1"/>
          </p:nvPr>
        </p:nvSpPr>
        <p:spPr>
          <a:xfrm>
            <a:off x="612000" y="1511999"/>
            <a:ext cx="7920000" cy="2394261"/>
          </a:xfrm>
        </p:spPr>
        <p:txBody>
          <a:bodyPr anchor="b" anchorCtr="0">
            <a:noAutofit/>
          </a:bodyPr>
          <a:lstStyle>
            <a:lvl1pPr>
              <a:defRPr sz="4000" b="0" cap="none" baseline="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Separating slide 40 pt, with multi-line quotation</a:t>
            </a:r>
          </a:p>
        </p:txBody>
      </p:sp>
    </p:spTree>
    <p:extLst>
      <p:ext uri="{BB962C8B-B14F-4D97-AF65-F5344CB8AC3E}">
        <p14:creationId xmlns:p14="http://schemas.microsoft.com/office/powerpoint/2010/main" val="188465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384">
          <p15:clr>
            <a:srgbClr val="FBAE40"/>
          </p15:clr>
        </p15:guide>
        <p15:guide id="2" pos="537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paration slide with picture se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9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1076400"/>
            <a:ext cx="9144000" cy="4068000"/>
          </a:xfrm>
          <a:solidFill>
            <a:schemeClr val="tx2"/>
          </a:solidFill>
        </p:spPr>
        <p:txBody>
          <a:bodyPr tIns="1260000" anchor="t" anchorCtr="1"/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picture, click on the icon in the middle.</a:t>
            </a:r>
          </a:p>
        </p:txBody>
      </p:sp>
      <p:sp>
        <p:nvSpPr>
          <p:cNvPr id="4" name="Titel 8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 dirty="0"/>
              <a:t>Separating slide 20 pt, three lines max. with background picture</a:t>
            </a:r>
          </a:p>
        </p:txBody>
      </p:sp>
      <p:sp>
        <p:nvSpPr>
          <p:cNvPr id="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49275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  <p:sp>
        <p:nvSpPr>
          <p:cNvPr id="13" name="Textplatzhalt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2065500"/>
            <a:ext cx="3384000" cy="3078000"/>
          </a:xfrm>
        </p:spPr>
        <p:txBody>
          <a:bodyPr wrap="none" anchor="t">
            <a:noAutofit/>
          </a:bodyPr>
          <a:lstStyle>
            <a:lvl1pPr marL="0" indent="0" algn="dist">
              <a:lnSpc>
                <a:spcPct val="100000"/>
              </a:lnSpc>
              <a:spcAft>
                <a:spcPts val="0"/>
              </a:spcAft>
              <a:buFontTx/>
              <a:buNone/>
              <a:defRPr sz="20000" baseline="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2425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parating slide with backgrou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8"/>
          <p:cNvSpPr>
            <a:spLocks noGrp="1"/>
          </p:cNvSpPr>
          <p:nvPr>
            <p:ph type="title" hasCustomPrompt="1"/>
          </p:nvPr>
        </p:nvSpPr>
        <p:spPr>
          <a:xfrm>
            <a:off x="1440000" y="1368000"/>
            <a:ext cx="4356000" cy="1188000"/>
          </a:xfrm>
          <a:noFill/>
        </p:spPr>
        <p:txBody>
          <a:bodyPr lIns="0" tIns="0" rIns="306000" bIns="0">
            <a:noAutofit/>
          </a:bodyPr>
          <a:lstStyle>
            <a:lvl1pPr>
              <a:defRPr sz="2000" b="0" cap="none" baseline="0">
                <a:solidFill>
                  <a:schemeClr val="tx2"/>
                </a:solidFill>
              </a:defRPr>
            </a:lvl1pPr>
          </a:lstStyle>
          <a:p>
            <a:r>
              <a:rPr lang="en-GB" noProof="0" dirty="0"/>
              <a:t>Separating slide 20 pt, three lines max. with background picture</a:t>
            </a:r>
          </a:p>
        </p:txBody>
      </p:sp>
      <p:sp>
        <p:nvSpPr>
          <p:cNvPr id="9" name="Textplatzhalter 2"/>
          <p:cNvSpPr>
            <a:spLocks noGrp="1"/>
          </p:cNvSpPr>
          <p:nvPr>
            <p:ph type="body" sz="quarter" idx="24" hasCustomPrompt="1"/>
          </p:nvPr>
        </p:nvSpPr>
        <p:spPr>
          <a:xfrm>
            <a:off x="90000" y="612000"/>
            <a:ext cx="1260000" cy="1800225"/>
          </a:xfrm>
          <a:noFill/>
        </p:spPr>
        <p:txBody>
          <a:bodyPr>
            <a:noAutofit/>
          </a:bodyPr>
          <a:lstStyle>
            <a:lvl1pPr marL="0" indent="0" algn="r">
              <a:buFontTx/>
              <a:buNone/>
              <a:defRPr sz="80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 dirty="0"/>
              <a:t>1</a:t>
            </a:r>
          </a:p>
        </p:txBody>
      </p:sp>
      <p:sp>
        <p:nvSpPr>
          <p:cNvPr id="15" name="Bildplatzhalter 1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144400"/>
          </a:xfrm>
          <a:custGeom>
            <a:avLst/>
            <a:gdLst>
              <a:gd name="connsiteX0" fmla="*/ 0 w 9144000"/>
              <a:gd name="connsiteY0" fmla="*/ 0 h 5144400"/>
              <a:gd name="connsiteX1" fmla="*/ 9144000 w 9144000"/>
              <a:gd name="connsiteY1" fmla="*/ 0 h 5144400"/>
              <a:gd name="connsiteX2" fmla="*/ 9144000 w 9144000"/>
              <a:gd name="connsiteY2" fmla="*/ 5144400 h 5144400"/>
              <a:gd name="connsiteX3" fmla="*/ 0 w 9144000"/>
              <a:gd name="connsiteY3" fmla="*/ 5144400 h 5144400"/>
              <a:gd name="connsiteX4" fmla="*/ 0 w 9144000"/>
              <a:gd name="connsiteY4" fmla="*/ 2556000 h 5144400"/>
              <a:gd name="connsiteX5" fmla="*/ 5795963 w 9144000"/>
              <a:gd name="connsiteY5" fmla="*/ 2556000 h 5144400"/>
              <a:gd name="connsiteX6" fmla="*/ 5795963 w 9144000"/>
              <a:gd name="connsiteY6" fmla="*/ 612000 h 5144400"/>
              <a:gd name="connsiteX7" fmla="*/ 0 w 9144000"/>
              <a:gd name="connsiteY7" fmla="*/ 612000 h 514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144000" h="5144400">
                <a:moveTo>
                  <a:pt x="0" y="0"/>
                </a:moveTo>
                <a:lnTo>
                  <a:pt x="9144000" y="0"/>
                </a:lnTo>
                <a:lnTo>
                  <a:pt x="9144000" y="5144400"/>
                </a:lnTo>
                <a:lnTo>
                  <a:pt x="0" y="5144400"/>
                </a:lnTo>
                <a:lnTo>
                  <a:pt x="0" y="2556000"/>
                </a:lnTo>
                <a:lnTo>
                  <a:pt x="5795963" y="2556000"/>
                </a:lnTo>
                <a:lnTo>
                  <a:pt x="5795963" y="612000"/>
                </a:lnTo>
                <a:lnTo>
                  <a:pt x="0" y="61200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2880000" anchor="t" anchorCtr="1">
            <a:noAutofit/>
          </a:bodyPr>
          <a:lstStyle>
            <a:lvl1pPr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To insert a picture, click on the icon in the middle.</a:t>
            </a:r>
          </a:p>
        </p:txBody>
      </p:sp>
      <p:sp>
        <p:nvSpPr>
          <p:cNvPr id="5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49284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</p:spTree>
    <p:extLst>
      <p:ext uri="{BB962C8B-B14F-4D97-AF65-F5344CB8AC3E}">
        <p14:creationId xmlns:p14="http://schemas.microsoft.com/office/powerpoint/2010/main" val="2848107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orient="horz" pos="102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Background Picture and Comments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ildplatzhalter 2"/>
          <p:cNvSpPr>
            <a:spLocks noGrp="1"/>
          </p:cNvSpPr>
          <p:nvPr>
            <p:ph type="pic" sz="quarter" idx="19" hasCustomPrompt="1"/>
          </p:nvPr>
        </p:nvSpPr>
        <p:spPr>
          <a:xfrm>
            <a:off x="0" y="1080000"/>
            <a:ext cx="9144000" cy="4068000"/>
          </a:xfrm>
          <a:solidFill>
            <a:schemeClr val="tx2"/>
          </a:solidFill>
        </p:spPr>
        <p:txBody>
          <a:bodyPr wrap="none" lIns="0" tIns="1440000" rIns="0" bIns="0" anchor="t" anchorCtr="1"/>
          <a:lstStyle>
            <a:lvl1pPr marL="0" marR="0" indent="0" algn="ctr" defTabSz="2700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To insert a picture, click on</a:t>
            </a:r>
            <a:br>
              <a:rPr lang="en-GB" dirty="0"/>
            </a:br>
            <a:r>
              <a:rPr lang="en-GB" dirty="0"/>
              <a:t>the icon in the middle.</a:t>
            </a:r>
          </a:p>
        </p:txBody>
      </p:sp>
      <p:sp>
        <p:nvSpPr>
          <p:cNvPr id="13" name="Textplatzhalt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5994000" y="1206000"/>
            <a:ext cx="2844000" cy="3628800"/>
          </a:xfrm>
          <a:solidFill>
            <a:schemeClr val="bg1"/>
          </a:solidFill>
          <a:effectLst/>
        </p:spPr>
        <p:txBody>
          <a:bodyPr lIns="108000" tIns="72000" rIns="36000" bIns="36000">
            <a:noAutofit/>
          </a:bodyPr>
          <a:lstStyle/>
          <a:p>
            <a:pPr lvl="0"/>
            <a:r>
              <a:rPr lang="en-GB" noProof="0" dirty="0"/>
              <a:t>To customise the points hierarchy, use Start &gt; Paragraph &gt; Decrease/Increase List Level.</a:t>
            </a:r>
          </a:p>
          <a:p>
            <a:pPr lvl="1"/>
            <a:r>
              <a:rPr lang="en-GB" noProof="0" dirty="0"/>
              <a:t>Second level</a:t>
            </a:r>
          </a:p>
          <a:p>
            <a:pPr lvl="2"/>
            <a:r>
              <a:rPr lang="en-GB" noProof="0" dirty="0"/>
              <a:t>Third level</a:t>
            </a:r>
          </a:p>
          <a:p>
            <a:pPr lvl="3"/>
            <a:r>
              <a:rPr lang="en-GB" noProof="0" dirty="0"/>
              <a:t>Fourth level</a:t>
            </a:r>
          </a:p>
          <a:p>
            <a:pPr lvl="4"/>
            <a:endParaRPr lang="en-GB" noProof="0" dirty="0"/>
          </a:p>
        </p:txBody>
      </p:sp>
      <p:sp>
        <p:nvSpPr>
          <p:cNvPr id="8" name="Titel 7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Separating slide 20 pt, two lines max. and background picture with comments column</a:t>
            </a:r>
          </a:p>
        </p:txBody>
      </p:sp>
      <p:sp>
        <p:nvSpPr>
          <p:cNvPr id="12" name="Textplatzhalter 8"/>
          <p:cNvSpPr>
            <a:spLocks noGrp="1"/>
          </p:cNvSpPr>
          <p:nvPr>
            <p:ph type="body" sz="quarter" idx="11" hasCustomPrompt="1"/>
          </p:nvPr>
        </p:nvSpPr>
        <p:spPr>
          <a:xfrm>
            <a:off x="306000" y="1270800"/>
            <a:ext cx="5382000" cy="324000"/>
          </a:xfrm>
          <a:noFill/>
        </p:spPr>
        <p:txBody>
          <a:bodyPr lIns="0" tIns="0" rIns="0" bIns="0" anchor="t">
            <a:noAutofit/>
          </a:bodyPr>
          <a:lstStyle>
            <a:lvl1pPr marL="0" indent="0">
              <a:buFontTx/>
              <a:buNone/>
              <a:defRPr sz="16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Heading 16 pt, single line</a:t>
            </a:r>
          </a:p>
        </p:txBody>
      </p:sp>
      <p:sp>
        <p:nvSpPr>
          <p:cNvPr id="20" name="Textplatzhalter 12"/>
          <p:cNvSpPr>
            <a:spLocks noGrp="1"/>
          </p:cNvSpPr>
          <p:nvPr>
            <p:ph type="body" sz="quarter" idx="12" hasCustomPrompt="1"/>
          </p:nvPr>
        </p:nvSpPr>
        <p:spPr>
          <a:xfrm>
            <a:off x="6768000" y="4928400"/>
            <a:ext cx="2376000" cy="216000"/>
          </a:xfrm>
        </p:spPr>
        <p:txBody>
          <a:bodyPr wrap="none" tIns="72000" rIns="72000" bIns="72000" anchor="ctr"/>
          <a:lstStyle>
            <a:lvl1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Image: Please quote the image / source / name of Photographern</a:t>
            </a:r>
          </a:p>
        </p:txBody>
      </p:sp>
    </p:spTree>
    <p:extLst>
      <p:ext uri="{BB962C8B-B14F-4D97-AF65-F5344CB8AC3E}">
        <p14:creationId xmlns:p14="http://schemas.microsoft.com/office/powerpoint/2010/main" val="247208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ly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noProof="0" dirty="0"/>
              <a:t>Title only 20 pt, two lines max. </a:t>
            </a:r>
          </a:p>
        </p:txBody>
      </p:sp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9056B6-2633-4FF7-9E11-1F26E1884279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79797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 mod="1">
    <p:ext uri="{DCECCB84-F9BA-43D5-87BE-67443E8EF086}">
      <p15:sldGuideLst xmlns:p15="http://schemas.microsoft.com/office/powerpoint/2012/main">
        <p15:guide id="1" pos="2976">
          <p15:clr>
            <a:srgbClr val="FBAE40"/>
          </p15:clr>
        </p15:guide>
        <p15:guide id="2" orient="horz" pos="2909">
          <p15:clr>
            <a:srgbClr val="FBAE40"/>
          </p15:clr>
        </p15:guide>
        <p15:guide id="3" orient="horz" pos="963">
          <p15:clr>
            <a:srgbClr val="FBAE40"/>
          </p15:clr>
        </p15:guide>
        <p15:guide id="4" pos="27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media cl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Medienplatzhalter 8"/>
          <p:cNvSpPr>
            <a:spLocks noGrp="1"/>
          </p:cNvSpPr>
          <p:nvPr>
            <p:ph type="media" sz="quarter" idx="13" hasCustomPrompt="1"/>
          </p:nvPr>
        </p:nvSpPr>
        <p:spPr>
          <a:xfrm>
            <a:off x="0" y="1076400"/>
            <a:ext cx="9144000" cy="4068000"/>
          </a:xfrm>
          <a:solidFill>
            <a:schemeClr val="tx2"/>
          </a:solidFill>
        </p:spPr>
        <p:txBody>
          <a:bodyPr tIns="1620000" anchor="t" anchorCtr="1">
            <a:noAutofit/>
          </a:bodyPr>
          <a:lstStyle>
            <a:lvl1pPr>
              <a:buFontTx/>
              <a:buNone/>
              <a:defRPr sz="1400">
                <a:solidFill>
                  <a:schemeClr val="bg1"/>
                </a:solidFill>
              </a:defRPr>
            </a:lvl1pPr>
          </a:lstStyle>
          <a:p>
            <a:r>
              <a:rPr lang="en-GB" noProof="0" dirty="0"/>
              <a:t>To insert a video, click on the icon in the middle.</a:t>
            </a:r>
          </a:p>
        </p:txBody>
      </p:sp>
      <p:sp>
        <p:nvSpPr>
          <p:cNvPr id="4" name="Titel 3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 dirty="0"/>
              <a:t>Title 20 pt, two lines max. and video</a:t>
            </a:r>
          </a:p>
        </p:txBody>
      </p:sp>
      <p:pic>
        <p:nvPicPr>
          <p:cNvPr id="5" name="Grafik 4" descr="Logo_Munich Re_36mm_RGB.em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200" y="306000"/>
            <a:ext cx="1305000" cy="3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9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r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umsplatzhalt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E6812-6CE8-4671-95F9-3012811E547F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7" name="Rectangle 11"/>
          <p:cNvSpPr/>
          <p:nvPr/>
        </p:nvSpPr>
        <p:spPr>
          <a:xfrm>
            <a:off x="306000" y="1204619"/>
            <a:ext cx="1134000" cy="215444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srgbClr val="00589A"/>
                </a:solidFill>
                <a:effectLst/>
                <a:uLnTx/>
                <a:uFillTx/>
              </a:rPr>
              <a:t>Risk Solutions</a:t>
            </a:r>
          </a:p>
        </p:txBody>
      </p:sp>
      <p:sp>
        <p:nvSpPr>
          <p:cNvPr id="13" name="Textfeld 12"/>
          <p:cNvSpPr txBox="1"/>
          <p:nvPr/>
        </p:nvSpPr>
        <p:spPr>
          <a:xfrm>
            <a:off x="306000" y="360363"/>
            <a:ext cx="6840000" cy="55800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 defTabSz="685800" rtl="0" eaLnBrk="1" latinLnBrk="0" hangingPunct="1">
              <a:spcBef>
                <a:spcPct val="0"/>
              </a:spcBef>
              <a:buNone/>
            </a:pPr>
            <a:r>
              <a:rPr lang="en-GB" sz="2000" kern="1200" noProof="0" dirty="0">
                <a:solidFill>
                  <a:schemeClr val="tx2"/>
                </a:solidFill>
              </a:rPr>
              <a:t>Imprint</a:t>
            </a:r>
          </a:p>
        </p:txBody>
      </p:sp>
      <p:grpSp>
        <p:nvGrpSpPr>
          <p:cNvPr id="4" name="Gruppieren 3"/>
          <p:cNvGrpSpPr/>
          <p:nvPr/>
        </p:nvGrpSpPr>
        <p:grpSpPr>
          <a:xfrm>
            <a:off x="7060" y="2986620"/>
            <a:ext cx="9060244" cy="482184"/>
            <a:chOff x="83757" y="2862001"/>
            <a:chExt cx="9060244" cy="482184"/>
          </a:xfrm>
        </p:grpSpPr>
        <p:sp>
          <p:nvSpPr>
            <p:cNvPr id="9" name="TextBox 15"/>
            <p:cNvSpPr txBox="1"/>
            <p:nvPr/>
          </p:nvSpPr>
          <p:spPr>
            <a:xfrm>
              <a:off x="83757" y="2862002"/>
              <a:ext cx="9060244" cy="482183"/>
            </a:xfrm>
            <a:prstGeom prst="rect">
              <a:avLst/>
            </a:prstGeom>
            <a:noFill/>
            <a:effectLst/>
          </p:spPr>
          <p:txBody>
            <a:bodyPr wrap="square" lIns="0" tIns="0" rIns="0" bIns="0" rtlCol="0">
              <a:spAutoFit/>
            </a:bodyPr>
            <a:lstStyle/>
            <a:p>
              <a:pPr algn="l">
                <a:spcBef>
                  <a:spcPts val="400"/>
                </a:spcBef>
              </a:pPr>
              <a:fld id="{2EA1A526-505F-4320-8510-64E59A38533D}" type="datetime1">
                <a:rPr lang="en-GB" sz="1400" i="0" smtClean="0">
                  <a:solidFill>
                    <a:schemeClr val="tx2"/>
                  </a:solidFill>
                </a:rPr>
                <a:pPr algn="l">
                  <a:spcBef>
                    <a:spcPts val="400"/>
                  </a:spcBef>
                </a:pPr>
                <a:t>19/11/2019</a:t>
              </a:fld>
              <a:r>
                <a:rPr lang="en-GB" sz="1400" i="0" dirty="0">
                  <a:solidFill>
                    <a:schemeClr val="tx2"/>
                  </a:solidFill>
                </a:rPr>
                <a:t> </a:t>
              </a: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Münchener Rückversicherungs-Gesellschaft</a:t>
              </a:r>
            </a:p>
            <a:p>
              <a:pPr marL="0" marR="0" lvl="0" indent="0" algn="l" defTabSz="685800" rtl="0" eaLnBrk="1" fontAlgn="auto" latinLnBrk="0" hangingPunct="1">
                <a:lnSpc>
                  <a:spcPct val="100000"/>
                </a:lnSpc>
                <a:spcBef>
                  <a:spcPts val="4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fld id="{953158A1-D36F-4775-AC10-954A35492F00}" type="datetime1">
                <a:rPr kumimoji="0" lang="en-GB" sz="1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4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t>19/11/2019</a:t>
              </a:fld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 </a:t>
              </a:r>
              <a:r>
                <a:rPr kumimoji="0" lang="en-GB" sz="1400" b="0" i="0" u="none" strike="noStrike" kern="1200" cap="none" spc="0" normalizeH="0" baseline="0" noProof="0" dirty="0" err="1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Munich Reinsurance Company</a:t>
              </a:r>
            </a:p>
          </p:txBody>
        </p:sp>
        <p:sp>
          <p:nvSpPr>
            <p:cNvPr id="16" name="Jahr2"/>
            <p:cNvSpPr txBox="1">
              <a:spLocks/>
            </p:cNvSpPr>
            <p:nvPr/>
          </p:nvSpPr>
          <p:spPr>
            <a:xfrm>
              <a:off x="83784" y="2862001"/>
              <a:ext cx="497681" cy="482183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txBody>
            <a:bodyPr vert="horz" lIns="0" tIns="0" rIns="36000" bIns="0" rtlCol="0" anchor="ctr">
              <a:noAutofit/>
            </a:bodyPr>
            <a:lstStyle>
              <a:defPPr>
                <a:defRPr lang="en-GB"/>
              </a:defPPr>
              <a:lvl1pPr marL="0" algn="r" defTabSz="685800" rtl="0" eaLnBrk="1" latinLnBrk="0" hangingPunct="1">
                <a:defRPr sz="600" kern="1200">
                  <a:solidFill>
                    <a:schemeClr val="accent4">
                      <a:lumMod val="75000"/>
                    </a:schemeClr>
                  </a:solidFill>
                </a:defRPr>
              </a:lvl1pPr>
              <a:lvl2pPr marL="3429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2pPr>
              <a:lvl3pPr marL="6858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3pPr>
              <a:lvl4pPr marL="10287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4pPr>
              <a:lvl5pPr marL="13716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5pPr>
              <a:lvl6pPr marL="17145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6pPr>
              <a:lvl7pPr marL="20574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7pPr>
              <a:lvl8pPr marL="24003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8pPr>
              <a:lvl9pPr marL="2743200" algn="l" defTabSz="685800" rtl="0" eaLnBrk="1" latinLnBrk="0" hangingPunct="1">
                <a:defRPr sz="1350" kern="1200">
                  <a:solidFill>
                    <a:schemeClr val="tx1"/>
                  </a:solidFill>
                </a:defRPr>
              </a:lvl9pPr>
            </a:lstStyle>
            <a:p>
              <a:pPr>
                <a:spcBef>
                  <a:spcPts val="400"/>
                </a:spcBef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©</a:t>
              </a:r>
            </a:p>
            <a:p>
              <a:pPr>
                <a:spcBef>
                  <a:spcPts val="400"/>
                </a:spcBef>
              </a:pPr>
              <a:r>
                <a:rPr kumimoji="0" lang="en-GB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tx2"/>
                  </a:solidFill>
                  <a:effectLst/>
                  <a:uLnTx/>
                  <a:uFillTx/>
                </a:rPr>
                <a:t>© </a:t>
              </a:r>
              <a:endParaRPr lang="en-GB" sz="1400" dirty="0">
                <a:solidFill>
                  <a:schemeClr val="tx2"/>
                </a:solidFill>
              </a:endParaRPr>
            </a:p>
          </p:txBody>
        </p:sp>
      </p:grpSp>
      <p:sp>
        <p:nvSpPr>
          <p:cNvPr id="8" name="Rechteck 7"/>
          <p:cNvSpPr>
            <a:spLocks noGrp="1"/>
          </p:cNvSpPr>
          <p:nvPr>
            <p:ph type="body" sz="quarter" idx="14" hasCustomPrompt="1"/>
          </p:nvPr>
        </p:nvSpPr>
        <p:spPr>
          <a:xfrm>
            <a:off x="306000" y="1530000"/>
            <a:ext cx="8532000" cy="126000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pPr lvl="0"/>
            <a:r>
              <a:rPr lang="en-GB" noProof="0" dirty="0"/>
              <a:t>Please add here your Legal Entity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437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el und Standar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  <p:extLst/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think-cell Folie" r:id="rId5" imgW="270" imgH="270" progId="TCLayout.ActiveDocument.1">
                  <p:embed/>
                </p:oleObj>
              </mc:Choice>
              <mc:Fallback>
                <p:oleObj name="think-cell Folie" r:id="rId5" imgW="270" imgH="270" progId="TCLayout.ActiveDocument.1">
                  <p:embed/>
                  <p:pic>
                    <p:nvPicPr>
                      <p:cNvPr id="4" name="Objekt 3" hidden="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hteck 4" hidden="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/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000" b="0" i="0" baseline="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 marL="0" indent="0">
              <a:buNone/>
              <a:defRPr/>
            </a:lvl1pPr>
            <a:lvl2pPr marL="270000" indent="0">
              <a:buNone/>
            </a:lvl2pPr>
            <a:lvl3pPr marL="540000" indent="0">
              <a:buNone/>
            </a:lvl3pPr>
            <a:lvl4pPr marL="810000" indent="0">
              <a:buNone/>
            </a:lvl4pPr>
            <a:lvl5pPr marL="1080000" indent="0">
              <a:buNone/>
            </a:lvl5pPr>
            <a:lvl6pPr marL="1350000" indent="0">
              <a:buNone/>
            </a:lvl6pPr>
            <a:lvl7pPr marL="1620000" indent="0">
              <a:buNone/>
            </a:lvl7pPr>
            <a:lvl8pPr marL="1890000" indent="0">
              <a:buNone/>
            </a:lvl8pPr>
            <a:lvl9pPr marL="2160000" indent="0">
              <a:buNone/>
            </a:lvl9pPr>
          </a:lstStyle>
          <a:p>
            <a:pPr lvl="0"/>
            <a:r>
              <a:rPr lang="en-US" dirty="0"/>
              <a:t>Um die </a:t>
            </a:r>
            <a:r>
              <a:rPr lang="en-US" dirty="0" err="1"/>
              <a:t>Hierarchie</a:t>
            </a:r>
            <a:r>
              <a:rPr lang="en-US" dirty="0"/>
              <a:t> der </a:t>
            </a:r>
            <a:r>
              <a:rPr lang="en-US" dirty="0" err="1"/>
              <a:t>Unterpunkte</a:t>
            </a:r>
            <a:r>
              <a:rPr lang="en-US" dirty="0"/>
              <a:t> </a:t>
            </a:r>
            <a:r>
              <a:rPr lang="en-US" dirty="0" err="1"/>
              <a:t>anzupassen</a:t>
            </a:r>
            <a:r>
              <a:rPr lang="en-US" dirty="0"/>
              <a:t>, </a:t>
            </a:r>
            <a:r>
              <a:rPr lang="en-US" dirty="0" err="1"/>
              <a:t>verwenden</a:t>
            </a:r>
            <a:r>
              <a:rPr lang="en-US" dirty="0"/>
              <a:t> </a:t>
            </a:r>
            <a:r>
              <a:rPr lang="en-US" dirty="0" err="1"/>
              <a:t>Sie</a:t>
            </a:r>
            <a:r>
              <a:rPr lang="en-US" dirty="0"/>
              <a:t> Start &gt; </a:t>
            </a:r>
            <a:r>
              <a:rPr lang="en-US" dirty="0" err="1"/>
              <a:t>Absatz</a:t>
            </a:r>
            <a:r>
              <a:rPr lang="en-US" dirty="0"/>
              <a:t> &gt; </a:t>
            </a:r>
            <a:r>
              <a:rPr lang="en-US" dirty="0" err="1"/>
              <a:t>Listenebene</a:t>
            </a:r>
            <a:r>
              <a:rPr lang="en-US" dirty="0"/>
              <a:t> </a:t>
            </a:r>
            <a:r>
              <a:rPr lang="en-US" dirty="0" err="1"/>
              <a:t>verringern</a:t>
            </a:r>
            <a:r>
              <a:rPr lang="en-US" dirty="0"/>
              <a:t>/</a:t>
            </a:r>
            <a:r>
              <a:rPr lang="en-US" dirty="0" err="1"/>
              <a:t>erhöhen</a:t>
            </a:r>
            <a:r>
              <a:rPr lang="en-US" dirty="0"/>
              <a:t>. </a:t>
            </a:r>
            <a:r>
              <a:rPr lang="en-US" dirty="0" err="1"/>
              <a:t>Alternativ</a:t>
            </a:r>
            <a:r>
              <a:rPr lang="en-US" dirty="0"/>
              <a:t> </a:t>
            </a:r>
            <a:r>
              <a:rPr lang="en-US" dirty="0" err="1"/>
              <a:t>Tabelle</a:t>
            </a:r>
            <a:r>
              <a:rPr lang="en-US" dirty="0"/>
              <a:t>, </a:t>
            </a:r>
            <a:r>
              <a:rPr lang="en-US" dirty="0" err="1"/>
              <a:t>Diagramm</a:t>
            </a:r>
            <a:r>
              <a:rPr lang="en-US" dirty="0"/>
              <a:t>, SmartArt </a:t>
            </a:r>
            <a:r>
              <a:rPr lang="en-US" dirty="0" err="1"/>
              <a:t>Grafik</a:t>
            </a:r>
            <a:r>
              <a:rPr lang="en-US" dirty="0"/>
              <a:t>, </a:t>
            </a:r>
            <a:r>
              <a:rPr lang="en-US" dirty="0" err="1"/>
              <a:t>Bild</a:t>
            </a:r>
            <a:r>
              <a:rPr lang="en-US" dirty="0"/>
              <a:t> </a:t>
            </a:r>
            <a:r>
              <a:rPr lang="en-US" dirty="0" err="1"/>
              <a:t>oder</a:t>
            </a:r>
            <a:r>
              <a:rPr lang="en-US" dirty="0"/>
              <a:t> </a:t>
            </a:r>
            <a:r>
              <a:rPr lang="en-US" dirty="0" err="1"/>
              <a:t>Onlinegrafik</a:t>
            </a:r>
            <a:r>
              <a:rPr lang="en-US" dirty="0"/>
              <a:t> </a:t>
            </a:r>
            <a:r>
              <a:rPr lang="en-US" dirty="0" err="1"/>
              <a:t>einfügen</a:t>
            </a:r>
            <a:r>
              <a:rPr lang="en-US" dirty="0"/>
              <a:t>. </a:t>
            </a:r>
          </a:p>
          <a:p>
            <a:pPr lvl="1"/>
            <a:r>
              <a:rPr lang="en-US" dirty="0" err="1"/>
              <a:t>Zweite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2"/>
            <a:r>
              <a:rPr lang="en-US" dirty="0" err="1"/>
              <a:t>Dritte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3"/>
            <a:r>
              <a:rPr lang="en-US" dirty="0" err="1"/>
              <a:t>Vierte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4"/>
            <a:r>
              <a:rPr lang="en-US" dirty="0" err="1"/>
              <a:t>Fünfte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5"/>
            <a:r>
              <a:rPr lang="en-US" dirty="0" err="1"/>
              <a:t>Sechste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6"/>
            <a:r>
              <a:rPr lang="en-US" dirty="0" err="1"/>
              <a:t>Siebte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7"/>
            <a:r>
              <a:rPr lang="en-US" dirty="0" err="1"/>
              <a:t>Achte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  <a:p>
            <a:pPr lvl="8"/>
            <a:r>
              <a:rPr lang="en-US" dirty="0" err="1"/>
              <a:t>Neunte</a:t>
            </a:r>
            <a:r>
              <a:rPr lang="en-US" dirty="0"/>
              <a:t> </a:t>
            </a:r>
            <a:r>
              <a:rPr lang="en-US" dirty="0" err="1"/>
              <a:t>Ebene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 err="1"/>
              <a:t>Titel</a:t>
            </a:r>
            <a:r>
              <a:rPr lang="en-US" dirty="0"/>
              <a:t> 20 </a:t>
            </a:r>
            <a:r>
              <a:rPr lang="en-US" dirty="0" err="1"/>
              <a:t>pt</a:t>
            </a:r>
            <a:r>
              <a:rPr lang="en-US" dirty="0"/>
              <a:t>, max. </a:t>
            </a:r>
            <a:r>
              <a:rPr lang="en-US" dirty="0" err="1"/>
              <a:t>zweizeilig</a:t>
            </a:r>
            <a:r>
              <a:rPr lang="en-US" dirty="0"/>
              <a:t> und </a:t>
            </a:r>
            <a:r>
              <a:rPr lang="en-US" dirty="0" err="1"/>
              <a:t>Standardtext</a:t>
            </a:r>
            <a:endParaRPr lang="en-US" noProof="0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7F8B-F97E-405B-A1DD-50F7F2F09065}" type="datetime4">
              <a:rPr lang="en-US" noProof="0" smtClean="0"/>
              <a:t>November 19, 2019</a:t>
            </a:fld>
            <a:endParaRPr lang="en-US" noProof="0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/>
              <a:t>NL Analytics Platform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10191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ags" Target="../tags/tag2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vmlDrawing" Target="../drawings/vmlDrawing1.vml"/><Relationship Id="rId27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E3383699-2547-4034-B40B-887C721A582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4087073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think-cell Folie" r:id="rId25" imgW="347" imgH="348" progId="TCLayout.ActiveDocument.1">
                  <p:embed/>
                </p:oleObj>
              </mc:Choice>
              <mc:Fallback>
                <p:oleObj name="think-cell Folie" r:id="rId25" imgW="347" imgH="348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E3383699-2547-4034-B40B-887C721A582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hteck 3" hidden="1">
            <a:extLst>
              <a:ext uri="{FF2B5EF4-FFF2-40B4-BE49-F238E27FC236}">
                <a16:creationId xmlns:a16="http://schemas.microsoft.com/office/drawing/2014/main" id="{7C7567D6-2AFD-443F-9119-5F253BA8A01D}"/>
              </a:ext>
            </a:extLst>
          </p:cNvPr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n-GB" sz="2000" b="0" i="0" baseline="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1075500"/>
            <a:ext cx="9142413" cy="406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306000" y="360363"/>
            <a:ext cx="6840000" cy="558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 dirty="0"/>
              <a:t>Title 20 pt, two lines max.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306000" y="1206000"/>
            <a:ext cx="8530200" cy="3628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To customise the points hierarchy, use Start &gt; Paragraph &gt; Decrease/Increase List Level. Alternatively, insert table, chart, SmartArt graphic, picture or online graphic.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  <a:p>
            <a:pPr lvl="5"/>
            <a:r>
              <a:rPr lang="en-GB" dirty="0"/>
              <a:t>Sixth level</a:t>
            </a:r>
          </a:p>
          <a:p>
            <a:pPr lvl="6"/>
            <a:r>
              <a:rPr lang="en-GB" dirty="0"/>
              <a:t>Seventh level</a:t>
            </a:r>
          </a:p>
          <a:p>
            <a:pPr lvl="7"/>
            <a:r>
              <a:rPr lang="en-GB" dirty="0"/>
              <a:t>Eighth level</a:t>
            </a:r>
          </a:p>
          <a:p>
            <a:pPr lvl="8"/>
            <a:r>
              <a:rPr lang="en-GB" dirty="0"/>
              <a:t>Ninth level</a:t>
            </a:r>
          </a:p>
        </p:txBody>
      </p:sp>
      <p:sp>
        <p:nvSpPr>
          <p:cNvPr id="10" name="Datumsplatzhalter 3"/>
          <p:cNvSpPr>
            <a:spLocks noGrp="1"/>
          </p:cNvSpPr>
          <p:nvPr>
            <p:ph type="dt" sz="half" idx="2"/>
          </p:nvPr>
        </p:nvSpPr>
        <p:spPr>
          <a:xfrm>
            <a:off x="7618295" y="4896000"/>
            <a:ext cx="833438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8FCF8C73-5AB5-4A78-A9A3-BC462E25C775}" type="datetime4">
              <a:rPr lang="en-GB" smtClean="0"/>
              <a:t>19 November 2019</a:t>
            </a:fld>
            <a:endParaRPr lang="en-GB" dirty="0"/>
          </a:p>
        </p:txBody>
      </p:sp>
      <p:sp>
        <p:nvSpPr>
          <p:cNvPr id="11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976685" y="4896000"/>
            <a:ext cx="3598784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GB"/>
              <a:t>MR Best Practice</a:t>
            </a:r>
            <a:endParaRPr lang="en-GB" dirty="0"/>
          </a:p>
        </p:txBody>
      </p:sp>
      <p:sp>
        <p:nvSpPr>
          <p:cNvPr id="12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447812" y="4896000"/>
            <a:ext cx="389503" cy="2025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600" b="1"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fld id="{D56DB8AA-803C-49D2-90AA-1140CE72DCD7}" type="slidenum">
              <a:rPr lang="en-GB" smtClean="0"/>
              <a:pPr/>
              <a:t>‹Nr.›</a:t>
            </a:fld>
            <a:endParaRPr lang="en-GB" dirty="0"/>
          </a:p>
        </p:txBody>
      </p:sp>
      <p:pic>
        <p:nvPicPr>
          <p:cNvPr id="16" name="Grafik 15" descr="Logo_Munich Re_36mm_RGB.emf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1200" y="306000"/>
            <a:ext cx="1305000" cy="30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9829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  <p:sldLayoutId id="2147483816" r:id="rId18"/>
    <p:sldLayoutId id="2147483817" r:id="rId19"/>
    <p:sldLayoutId id="2147483818" r:id="rId2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algn="l" defTabSz="270000" rtl="0" eaLnBrk="1" latinLnBrk="0" hangingPunct="1">
        <a:spcBef>
          <a:spcPct val="0"/>
        </a:spcBef>
        <a:buNone/>
        <a:defRPr sz="2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54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81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08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135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162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89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16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2430000" indent="-270000" algn="l" defTabSz="270000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Wingdings" pitchFamily="2" charset="2"/>
        <a:buChar char="§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GB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192">
          <p15:clr>
            <a:srgbClr val="F26B43"/>
          </p15:clr>
        </p15:guide>
        <p15:guide id="2" orient="horz" pos="761">
          <p15:clr>
            <a:srgbClr val="F26B43"/>
          </p15:clr>
        </p15:guide>
        <p15:guide id="3" pos="5567">
          <p15:clr>
            <a:srgbClr val="F26B43"/>
          </p15:clr>
        </p15:guide>
        <p15:guide id="4" orient="horz" pos="3047">
          <p15:clr>
            <a:srgbClr val="F26B43"/>
          </p15:clr>
        </p15:guide>
        <p15:guide id="5" orient="horz" pos="22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tags" Target="../tags/tag7.xml"/><Relationship Id="rId7" Type="http://schemas.openxmlformats.org/officeDocument/2006/relationships/image" Target="../media/image5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7.svg"/><Relationship Id="rId4" Type="http://schemas.openxmlformats.org/officeDocument/2006/relationships/slideLayout" Target="../slideLayouts/slideLayout20.xml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3BEA3F4E-2FE9-4027-8D1A-A7A33AC18EE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6824188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4" name="think-cell Folie" r:id="rId5" imgW="347" imgH="348" progId="TCLayout.ActiveDocument.1">
                  <p:embed/>
                </p:oleObj>
              </mc:Choice>
              <mc:Fallback>
                <p:oleObj name="think-cell Folie" r:id="rId5" imgW="347" imgH="348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3BEA3F4E-2FE9-4027-8D1A-A7A33AC18E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hteck 7" hidden="1">
            <a:extLst>
              <a:ext uri="{FF2B5EF4-FFF2-40B4-BE49-F238E27FC236}">
                <a16:creationId xmlns:a16="http://schemas.microsoft.com/office/drawing/2014/main" id="{7A3D846E-80A2-4C49-83E8-5D1FCE149D1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algn="ctr"/>
            <a:endParaRPr lang="en-US" sz="2000" dirty="0">
              <a:solidFill>
                <a:schemeClr val="bg1"/>
              </a:solidFill>
              <a:latin typeface="Arial" panose="020B0604020202020204" pitchFamily="34" charset="0"/>
              <a:ea typeface="Arial Unicode MS" panose="020B0604020202020204" pitchFamily="34" charset="-128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46" name="Gruppieren 45">
            <a:extLst>
              <a:ext uri="{FF2B5EF4-FFF2-40B4-BE49-F238E27FC236}">
                <a16:creationId xmlns:a16="http://schemas.microsoft.com/office/drawing/2014/main" id="{394F756C-C552-4E17-A9BA-6B6915FA4448}"/>
              </a:ext>
            </a:extLst>
          </p:cNvPr>
          <p:cNvGrpSpPr/>
          <p:nvPr/>
        </p:nvGrpSpPr>
        <p:grpSpPr>
          <a:xfrm>
            <a:off x="0" y="1080000"/>
            <a:ext cx="9144000" cy="4068000"/>
            <a:chOff x="0" y="1080000"/>
            <a:chExt cx="9144000" cy="4068000"/>
          </a:xfrm>
        </p:grpSpPr>
        <p:pic>
          <p:nvPicPr>
            <p:cNvPr id="47" name="Picture Placeholder 26">
              <a:extLst>
                <a:ext uri="{FF2B5EF4-FFF2-40B4-BE49-F238E27FC236}">
                  <a16:creationId xmlns:a16="http://schemas.microsoft.com/office/drawing/2014/main" id="{D26493AA-3990-46E7-8ED2-38253979892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artisticBlur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868" y="1080000"/>
              <a:ext cx="9142263" cy="4068000"/>
            </a:xfrm>
            <a:prstGeom prst="rect">
              <a:avLst/>
            </a:prstGeom>
            <a:solidFill>
              <a:schemeClr val="tx2">
                <a:alpha val="80000"/>
              </a:schemeClr>
            </a:solidFill>
          </p:spPr>
        </p:pic>
        <p:sp>
          <p:nvSpPr>
            <p:cNvPr id="48" name="Rechteck 47">
              <a:extLst>
                <a:ext uri="{FF2B5EF4-FFF2-40B4-BE49-F238E27FC236}">
                  <a16:creationId xmlns:a16="http://schemas.microsoft.com/office/drawing/2014/main" id="{BD422C82-7B68-4F33-A897-A95885998F11}"/>
                </a:ext>
              </a:extLst>
            </p:cNvPr>
            <p:cNvSpPr/>
            <p:nvPr/>
          </p:nvSpPr>
          <p:spPr>
            <a:xfrm>
              <a:off x="0" y="1080000"/>
              <a:ext cx="9144000" cy="4067999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 anchorCtr="0"/>
            <a:lstStyle/>
            <a:p>
              <a:pPr algn="ctr"/>
              <a:endParaRPr lang="en-US" sz="1400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Rechteck 6">
            <a:extLst>
              <a:ext uri="{FF2B5EF4-FFF2-40B4-BE49-F238E27FC236}">
                <a16:creationId xmlns:a16="http://schemas.microsoft.com/office/drawing/2014/main" id="{6D212418-536F-497A-958D-A0634C1D3F89}"/>
              </a:ext>
            </a:extLst>
          </p:cNvPr>
          <p:cNvSpPr/>
          <p:nvPr/>
        </p:nvSpPr>
        <p:spPr>
          <a:xfrm>
            <a:off x="960657" y="2090057"/>
            <a:ext cx="6537821" cy="260604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de-DE" sz="1400" dirty="0">
              <a:solidFill>
                <a:schemeClr val="bg1"/>
              </a:solidFill>
            </a:endParaRP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7F694029-BFCC-47FA-A134-30A9C040E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core principles are necessary in order to facilitate contributions into a production environment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A4490BA-5F9E-4982-B8C3-9FA9B60C3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77F8B-F97E-405B-A1DD-50F7F2F09065}" type="datetime4">
              <a:rPr lang="en-US" smtClean="0"/>
              <a:t>November 19, 2019</a:t>
            </a:fld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FD60D99-A669-4E12-BEC7-6697F5BADA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94909C6-CC71-4962-A18E-AF0515723D9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CFF07D-A11A-419D-B9A6-1170063A1D8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NL Analytics Platform</a:t>
            </a:r>
          </a:p>
        </p:txBody>
      </p:sp>
      <p:sp>
        <p:nvSpPr>
          <p:cNvPr id="2" name="Pfeil: Fünfeck 1">
            <a:extLst>
              <a:ext uri="{FF2B5EF4-FFF2-40B4-BE49-F238E27FC236}">
                <a16:creationId xmlns:a16="http://schemas.microsoft.com/office/drawing/2014/main" id="{6AEB43B2-548F-47F6-92A6-A62C1CF2DAE9}"/>
              </a:ext>
            </a:extLst>
          </p:cNvPr>
          <p:cNvSpPr/>
          <p:nvPr/>
        </p:nvSpPr>
        <p:spPr>
          <a:xfrm>
            <a:off x="960657" y="1522625"/>
            <a:ext cx="3026665" cy="391886"/>
          </a:xfrm>
          <a:prstGeom prst="homePlate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200">
                <a:solidFill>
                  <a:schemeClr val="tx2"/>
                </a:solidFill>
              </a:rPr>
              <a:t>Easy &amp; lightweight contributions</a:t>
            </a:r>
          </a:p>
        </p:txBody>
      </p:sp>
      <p:sp>
        <p:nvSpPr>
          <p:cNvPr id="26" name="Pfeil: Fünfeck 25">
            <a:extLst>
              <a:ext uri="{FF2B5EF4-FFF2-40B4-BE49-F238E27FC236}">
                <a16:creationId xmlns:a16="http://schemas.microsoft.com/office/drawing/2014/main" id="{C2A3D4E5-03F3-45F8-A7F4-EEDF5B3B5824}"/>
              </a:ext>
            </a:extLst>
          </p:cNvPr>
          <p:cNvSpPr/>
          <p:nvPr/>
        </p:nvSpPr>
        <p:spPr>
          <a:xfrm flipH="1">
            <a:off x="4471813" y="1522625"/>
            <a:ext cx="3026665" cy="391887"/>
          </a:xfrm>
          <a:prstGeom prst="homePlate">
            <a:avLst/>
          </a:prstGeom>
          <a:ln>
            <a:solidFill>
              <a:schemeClr val="accent1"/>
            </a:solidFill>
            <a:prstDash val="sysDot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400">
                <a:solidFill>
                  <a:schemeClr val="tx2"/>
                </a:solidFill>
              </a:rPr>
              <a:t>Production environment</a:t>
            </a:r>
          </a:p>
        </p:txBody>
      </p:sp>
      <p:pic>
        <p:nvPicPr>
          <p:cNvPr id="27" name="Grafik 26">
            <a:extLst>
              <a:ext uri="{FF2B5EF4-FFF2-40B4-BE49-F238E27FC236}">
                <a16:creationId xmlns:a16="http://schemas.microsoft.com/office/drawing/2014/main" id="{3076119C-D550-413F-A8DC-5F44B6C2E5B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83216" y="1383065"/>
            <a:ext cx="531446" cy="531446"/>
          </a:xfrm>
          <a:prstGeom prst="rect">
            <a:avLst/>
          </a:prstGeom>
        </p:spPr>
      </p:pic>
      <p:sp>
        <p:nvSpPr>
          <p:cNvPr id="28" name="Ellipse 27">
            <a:extLst>
              <a:ext uri="{FF2B5EF4-FFF2-40B4-BE49-F238E27FC236}">
                <a16:creationId xmlns:a16="http://schemas.microsoft.com/office/drawing/2014/main" id="{430C7711-C559-4387-89F2-C90115655D6B}"/>
              </a:ext>
            </a:extLst>
          </p:cNvPr>
          <p:cNvSpPr/>
          <p:nvPr/>
        </p:nvSpPr>
        <p:spPr>
          <a:xfrm>
            <a:off x="1346328" y="2379213"/>
            <a:ext cx="553250" cy="530198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9" name="Textfeld 28">
            <a:extLst>
              <a:ext uri="{FF2B5EF4-FFF2-40B4-BE49-F238E27FC236}">
                <a16:creationId xmlns:a16="http://schemas.microsoft.com/office/drawing/2014/main" id="{4A6AFDAD-E2CA-44A1-949E-7CD0972F5E54}"/>
              </a:ext>
            </a:extLst>
          </p:cNvPr>
          <p:cNvSpPr txBox="1"/>
          <p:nvPr/>
        </p:nvSpPr>
        <p:spPr>
          <a:xfrm>
            <a:off x="2001114" y="2686448"/>
            <a:ext cx="2200200" cy="128690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Build solutions as container based micro-services.</a:t>
            </a:r>
          </a:p>
        </p:txBody>
      </p:sp>
      <p:sp>
        <p:nvSpPr>
          <p:cNvPr id="30" name="Textfeld 29">
            <a:extLst>
              <a:ext uri="{FF2B5EF4-FFF2-40B4-BE49-F238E27FC236}">
                <a16:creationId xmlns:a16="http://schemas.microsoft.com/office/drawing/2014/main" id="{47A32716-93BF-4C63-994C-FE9BE5221D86}"/>
              </a:ext>
            </a:extLst>
          </p:cNvPr>
          <p:cNvSpPr txBox="1"/>
          <p:nvPr/>
        </p:nvSpPr>
        <p:spPr>
          <a:xfrm>
            <a:off x="2001114" y="2435280"/>
            <a:ext cx="646011" cy="2090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API FIRST</a:t>
            </a:r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0508043C-191D-4D61-9632-EA351F64EAED}"/>
              </a:ext>
            </a:extLst>
          </p:cNvPr>
          <p:cNvSpPr/>
          <p:nvPr/>
        </p:nvSpPr>
        <p:spPr>
          <a:xfrm>
            <a:off x="1346328" y="3106028"/>
            <a:ext cx="553250" cy="530198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BEDB698F-3B17-409C-AAC2-F6A5A65E8018}"/>
              </a:ext>
            </a:extLst>
          </p:cNvPr>
          <p:cNvSpPr txBox="1"/>
          <p:nvPr/>
        </p:nvSpPr>
        <p:spPr>
          <a:xfrm>
            <a:off x="2001114" y="3371127"/>
            <a:ext cx="2200200" cy="26411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Allow for contributors to use and share their code amongst each other.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7B945CBA-A33F-4168-9E76-E323E793B4A8}"/>
              </a:ext>
            </a:extLst>
          </p:cNvPr>
          <p:cNvSpPr txBox="1"/>
          <p:nvPr/>
        </p:nvSpPr>
        <p:spPr>
          <a:xfrm>
            <a:off x="2001114" y="3119959"/>
            <a:ext cx="886846" cy="2090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SHARE CODE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06E102D3-05E0-496B-995A-45E0363AEE68}"/>
              </a:ext>
            </a:extLst>
          </p:cNvPr>
          <p:cNvSpPr/>
          <p:nvPr/>
        </p:nvSpPr>
        <p:spPr>
          <a:xfrm>
            <a:off x="1346328" y="3794072"/>
            <a:ext cx="553250" cy="530198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02BEAE54-F7FB-4954-AFBC-6F51363DA84D}"/>
              </a:ext>
            </a:extLst>
          </p:cNvPr>
          <p:cNvSpPr txBox="1"/>
          <p:nvPr/>
        </p:nvSpPr>
        <p:spPr>
          <a:xfrm>
            <a:off x="2001114" y="4059171"/>
            <a:ext cx="2200200" cy="26411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Ensure processes and data flows are connected through standards.</a:t>
            </a:r>
          </a:p>
        </p:txBody>
      </p:sp>
      <p:sp>
        <p:nvSpPr>
          <p:cNvPr id="36" name="Textfeld 35">
            <a:extLst>
              <a:ext uri="{FF2B5EF4-FFF2-40B4-BE49-F238E27FC236}">
                <a16:creationId xmlns:a16="http://schemas.microsoft.com/office/drawing/2014/main" id="{0A9D6AD9-34EF-4264-98A1-EC31C040CC13}"/>
              </a:ext>
            </a:extLst>
          </p:cNvPr>
          <p:cNvSpPr txBox="1"/>
          <p:nvPr/>
        </p:nvSpPr>
        <p:spPr>
          <a:xfrm>
            <a:off x="2001114" y="3808003"/>
            <a:ext cx="1726948" cy="2090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STANDARIZE INTERFACES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51B7E25B-0C8C-4823-9150-FFEBB6F78FC2}"/>
              </a:ext>
            </a:extLst>
          </p:cNvPr>
          <p:cNvSpPr/>
          <p:nvPr/>
        </p:nvSpPr>
        <p:spPr>
          <a:xfrm>
            <a:off x="4318721" y="2412544"/>
            <a:ext cx="553250" cy="530198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8" name="Textfeld 37">
            <a:extLst>
              <a:ext uri="{FF2B5EF4-FFF2-40B4-BE49-F238E27FC236}">
                <a16:creationId xmlns:a16="http://schemas.microsoft.com/office/drawing/2014/main" id="{CDB78623-B5DA-4CFB-BAC3-78FD4575574E}"/>
              </a:ext>
            </a:extLst>
          </p:cNvPr>
          <p:cNvSpPr txBox="1"/>
          <p:nvPr/>
        </p:nvSpPr>
        <p:spPr>
          <a:xfrm>
            <a:off x="4973507" y="2677643"/>
            <a:ext cx="2200200" cy="26411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All solutions are tested in automated fashion to ensure robust operations.</a:t>
            </a:r>
          </a:p>
        </p:txBody>
      </p:sp>
      <p:sp>
        <p:nvSpPr>
          <p:cNvPr id="39" name="Textfeld 38">
            <a:extLst>
              <a:ext uri="{FF2B5EF4-FFF2-40B4-BE49-F238E27FC236}">
                <a16:creationId xmlns:a16="http://schemas.microsoft.com/office/drawing/2014/main" id="{5D679DD4-3256-49AD-A2D5-E9D694AAF1BD}"/>
              </a:ext>
            </a:extLst>
          </p:cNvPr>
          <p:cNvSpPr txBox="1"/>
          <p:nvPr/>
        </p:nvSpPr>
        <p:spPr>
          <a:xfrm>
            <a:off x="4973507" y="2426475"/>
            <a:ext cx="2123210" cy="2090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MAINTAIN SOLUTION QUALITY</a:t>
            </a:r>
          </a:p>
        </p:txBody>
      </p:sp>
      <p:sp>
        <p:nvSpPr>
          <p:cNvPr id="40" name="Ellipse 39">
            <a:extLst>
              <a:ext uri="{FF2B5EF4-FFF2-40B4-BE49-F238E27FC236}">
                <a16:creationId xmlns:a16="http://schemas.microsoft.com/office/drawing/2014/main" id="{BDA3DB66-C284-4B08-BACF-5738CBC90760}"/>
              </a:ext>
            </a:extLst>
          </p:cNvPr>
          <p:cNvSpPr/>
          <p:nvPr/>
        </p:nvSpPr>
        <p:spPr>
          <a:xfrm>
            <a:off x="4318721" y="3102391"/>
            <a:ext cx="553250" cy="530198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41" name="Textfeld 40">
            <a:extLst>
              <a:ext uri="{FF2B5EF4-FFF2-40B4-BE49-F238E27FC236}">
                <a16:creationId xmlns:a16="http://schemas.microsoft.com/office/drawing/2014/main" id="{BCB21F12-867F-4390-939F-1F2D62A6A366}"/>
              </a:ext>
            </a:extLst>
          </p:cNvPr>
          <p:cNvSpPr txBox="1"/>
          <p:nvPr/>
        </p:nvSpPr>
        <p:spPr>
          <a:xfrm>
            <a:off x="4973507" y="3367490"/>
            <a:ext cx="2200200" cy="26411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Through use of predefined templates, and set coding guidelines, we leverage our potential.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D6927D47-D919-41CF-859A-8D1F8A41931F}"/>
              </a:ext>
            </a:extLst>
          </p:cNvPr>
          <p:cNvSpPr txBox="1"/>
          <p:nvPr/>
        </p:nvSpPr>
        <p:spPr>
          <a:xfrm>
            <a:off x="4973507" y="3116322"/>
            <a:ext cx="1550489" cy="2090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300" b="1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ALIGN CODING STYLES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CB99FF9-9C39-4DC5-B9F9-53F3A1D7752F}"/>
              </a:ext>
            </a:extLst>
          </p:cNvPr>
          <p:cNvSpPr/>
          <p:nvPr/>
        </p:nvSpPr>
        <p:spPr>
          <a:xfrm>
            <a:off x="4318721" y="3795408"/>
            <a:ext cx="553250" cy="530198"/>
          </a:xfrm>
          <a:prstGeom prst="ellipse">
            <a:avLst/>
          </a:prstGeom>
          <a:ln>
            <a:prstDash val="sysDot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/>
            <a:r>
              <a:rPr lang="en-US" sz="140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44" name="Textfeld 43">
            <a:extLst>
              <a:ext uri="{FF2B5EF4-FFF2-40B4-BE49-F238E27FC236}">
                <a16:creationId xmlns:a16="http://schemas.microsoft.com/office/drawing/2014/main" id="{B42C949E-DBA2-4394-B0B4-D85B7EB996E4}"/>
              </a:ext>
            </a:extLst>
          </p:cNvPr>
          <p:cNvSpPr txBox="1"/>
          <p:nvPr/>
        </p:nvSpPr>
        <p:spPr>
          <a:xfrm>
            <a:off x="4973507" y="4060507"/>
            <a:ext cx="2200200" cy="264111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800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Everything that is implemented is also documented for others and our future selves.</a:t>
            </a:r>
          </a:p>
        </p:txBody>
      </p:sp>
      <p:sp>
        <p:nvSpPr>
          <p:cNvPr id="45" name="Textfeld 44">
            <a:extLst>
              <a:ext uri="{FF2B5EF4-FFF2-40B4-BE49-F238E27FC236}">
                <a16:creationId xmlns:a16="http://schemas.microsoft.com/office/drawing/2014/main" id="{54F611FC-8A47-42E6-AB8C-8965D8F7B46E}"/>
              </a:ext>
            </a:extLst>
          </p:cNvPr>
          <p:cNvSpPr txBox="1"/>
          <p:nvPr/>
        </p:nvSpPr>
        <p:spPr>
          <a:xfrm>
            <a:off x="4973507" y="3809339"/>
            <a:ext cx="1896288" cy="209032"/>
          </a:xfrm>
          <a:prstGeom prst="rect">
            <a:avLst/>
          </a:prstGeom>
          <a:noFill/>
          <a:effectLst/>
        </p:spPr>
        <p:txBody>
          <a:bodyPr wrap="none" lIns="0" tIns="0" rIns="0" bIns="0" rtlCol="0">
            <a:spAutoFit/>
          </a:bodyPr>
          <a:lstStyle/>
          <a:p>
            <a:pPr>
              <a:lnSpc>
                <a:spcPct val="110000"/>
              </a:lnSpc>
            </a:pPr>
            <a:r>
              <a:rPr lang="en-US" sz="1300" b="1" dirty="0">
                <a:solidFill>
                  <a:schemeClr val="tx2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DOCUMENT WHAT YOU DO</a:t>
            </a:r>
          </a:p>
        </p:txBody>
      </p:sp>
    </p:spTree>
    <p:extLst>
      <p:ext uri="{BB962C8B-B14F-4D97-AF65-F5344CB8AC3E}">
        <p14:creationId xmlns:p14="http://schemas.microsoft.com/office/powerpoint/2010/main" val="439466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DayukBIkS8PtY6XXoRnI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S_nhygJQ7CJWxdr6k7rg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9jzHHULaCqJtHVrAPhPmg"/>
</p:tagLst>
</file>

<file path=ppt/theme/theme1.xml><?xml version="1.0" encoding="utf-8"?>
<a:theme xmlns:a="http://schemas.openxmlformats.org/drawingml/2006/main" name="MR Template_16 to 9_MR_EN">
  <a:themeElements>
    <a:clrScheme name="Munich Re">
      <a:dk1>
        <a:sysClr val="windowText" lastClr="000000"/>
      </a:dk1>
      <a:lt1>
        <a:sysClr val="window" lastClr="FFFFFF"/>
      </a:lt1>
      <a:dk2>
        <a:srgbClr val="4D4E53"/>
      </a:dk2>
      <a:lt2>
        <a:srgbClr val="F7941D"/>
      </a:lt2>
      <a:accent1>
        <a:srgbClr val="34909C"/>
      </a:accent1>
      <a:accent2>
        <a:srgbClr val="8DC63F"/>
      </a:accent2>
      <a:accent3>
        <a:srgbClr val="B72126"/>
      </a:accent3>
      <a:accent4>
        <a:srgbClr val="B2C1CA"/>
      </a:accent4>
      <a:accent5>
        <a:srgbClr val="00589A"/>
      </a:accent5>
      <a:accent6>
        <a:srgbClr val="714A9C"/>
      </a:accent6>
      <a:hlink>
        <a:srgbClr val="0A509E"/>
      </a:hlink>
      <a:folHlink>
        <a:srgbClr val="7993A3"/>
      </a:folHlink>
    </a:clrScheme>
    <a:fontScheme name="Munich Re">
      <a:majorFont>
        <a:latin typeface="Arial"/>
        <a:ea typeface="Arial Unicode MS"/>
        <a:cs typeface="Arial"/>
      </a:majorFont>
      <a:minorFont>
        <a:latin typeface="Arial"/>
        <a:ea typeface="Arial Unicode MS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>
          <a:noFill/>
        </a:ln>
      </a:spPr>
      <a:bodyPr rtlCol="0" anchor="ctr" anchorCtr="0"/>
      <a:lstStyle>
        <a:defPPr algn="ctr">
          <a:defRPr sz="1400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effectLst/>
      </a:spPr>
      <a:bodyPr wrap="square" lIns="0" tIns="0" rIns="0" bIns="0" rtlCol="0">
        <a:spAutoFit/>
      </a:bodyPr>
      <a:lstStyle>
        <a:defPPr marL="269875" indent="-269875">
          <a:lnSpc>
            <a:spcPct val="110000"/>
          </a:lnSpc>
          <a:buFont typeface="Wingdings" panose="05000000000000000000" pitchFamily="2" charset="2"/>
          <a:buChar char="§"/>
          <a:defRPr sz="1400" dirty="0" err="1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R_Best Practice.potx" id="{A9563CFF-C6EF-4EBC-ACEF-D2679D2A9261}" vid="{E6208114-3E41-4A0C-A374-CCAAECCD0A6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FC41F17E0ACC479F7A6447D7BF5CF8" ma:contentTypeVersion="11" ma:contentTypeDescription="Create a new document." ma:contentTypeScope="" ma:versionID="9fed76168cca46f063f52ff9223d7bb3">
  <xsd:schema xmlns:xsd="http://www.w3.org/2001/XMLSchema" xmlns:xs="http://www.w3.org/2001/XMLSchema" xmlns:p="http://schemas.microsoft.com/office/2006/metadata/properties" xmlns:ns2="ca729617-940b-463d-a580-46cc6a3ad9da" xmlns:ns3="e09e208d-8710-4a0c-97e8-a6aa5ddf12e9" xmlns:ns4="ca3fdd02-bcd0-43ad-992c-5f49769a3898" targetNamespace="http://schemas.microsoft.com/office/2006/metadata/properties" ma:root="true" ma:fieldsID="1ba8ba49aa46e3b0460cb720842889c2" ns2:_="" ns3:_="" ns4:_="">
    <xsd:import namespace="ca729617-940b-463d-a580-46cc6a3ad9da"/>
    <xsd:import namespace="e09e208d-8710-4a0c-97e8-a6aa5ddf12e9"/>
    <xsd:import namespace="ca3fdd02-bcd0-43ad-992c-5f49769a3898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TaxCatchAllLabel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729617-940b-463d-a580-46cc6a3ad9da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0c5e68a2-bd66-446f-b94b-eed7eff7ace4}" ma:internalName="TaxCatchAll" ma:showField="CatchAllData" ma:web="ca3fdd02-bcd0-43ad-992c-5f49769a3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9" nillable="true" ma:displayName="Taxonomy Catch All Column1" ma:hidden="true" ma:list="{0c5e68a2-bd66-446f-b94b-eed7eff7ace4}" ma:internalName="TaxCatchAllLabel" ma:readOnly="true" ma:showField="CatchAllDataLabel" ma:web="ca3fdd02-bcd0-43ad-992c-5f49769a389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e208d-8710-4a0c-97e8-a6aa5ddf12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a3fdd02-bcd0-43ad-992c-5f49769a3898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a729617-940b-463d-a580-46cc6a3ad9da"/>
    <SharedWithUsers xmlns="ca3fdd02-bcd0-43ad-992c-5f49769a3898">
      <UserInfo>
        <DisplayName>Meyer Dr. Stephan - Munich-MR</DisplayName>
        <AccountId>17</AccountId>
        <AccountType/>
      </UserInfo>
      <UserInfo>
        <DisplayName>Anné Stephan - Munich-MR</DisplayName>
        <AccountId>39</AccountId>
        <AccountType/>
      </UserInfo>
    </SharedWithUsers>
  </documentManagement>
</p:properties>
</file>

<file path=customXml/item4.xml><?xml version="1.0" encoding="utf-8"?>
<?mso-contentType ?>
<SharedContentType xmlns="Microsoft.SharePoint.Taxonomy.ContentTypeSync" SourceId="f3c6f0c0-389c-4324-ac00-59fc67b57edf" ContentTypeId="0x0101" PreviousValue="false"/>
</file>

<file path=customXml/itemProps1.xml><?xml version="1.0" encoding="utf-8"?>
<ds:datastoreItem xmlns:ds="http://schemas.openxmlformats.org/officeDocument/2006/customXml" ds:itemID="{550DC44D-5E4E-4EBE-B754-6006CA1609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7FE86DE-D313-4498-9424-0A524F1638EC}"/>
</file>

<file path=customXml/itemProps3.xml><?xml version="1.0" encoding="utf-8"?>
<ds:datastoreItem xmlns:ds="http://schemas.openxmlformats.org/officeDocument/2006/customXml" ds:itemID="{5E090A04-A4AF-4F75-8D87-27A4C4391820}">
  <ds:schemaRefs>
    <ds:schemaRef ds:uri="http://schemas.microsoft.com/office/2006/metadata/properties"/>
    <ds:schemaRef ds:uri="http://schemas.microsoft.com/office/infopath/2007/PartnerControls"/>
    <ds:schemaRef ds:uri="ca729617-940b-463d-a580-46cc6a3ad9da"/>
    <ds:schemaRef ds:uri="7d2aa334-0cb7-44d6-91ab-6ae7a7c5b168"/>
  </ds:schemaRefs>
</ds:datastoreItem>
</file>

<file path=customXml/itemProps4.xml><?xml version="1.0" encoding="utf-8"?>
<ds:datastoreItem xmlns:ds="http://schemas.openxmlformats.org/officeDocument/2006/customXml" ds:itemID="{2F12EFB3-49EA-423D-B682-14A48834EE67}"/>
</file>

<file path=docProps/app.xml><?xml version="1.0" encoding="utf-8"?>
<Properties xmlns="http://schemas.openxmlformats.org/officeDocument/2006/extended-properties" xmlns:vt="http://schemas.openxmlformats.org/officeDocument/2006/docPropsVTypes">
  <Template>MR_Best Practice</Template>
  <TotalTime>0</TotalTime>
  <Words>114</Words>
  <Application>Microsoft Office PowerPoint</Application>
  <PresentationFormat>Bildschirmpräsentation (16:9)</PresentationFormat>
  <Paragraphs>24</Paragraphs>
  <Slides>1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Arial</vt:lpstr>
      <vt:lpstr>Calibri</vt:lpstr>
      <vt:lpstr>Wingdings</vt:lpstr>
      <vt:lpstr>MR Template_16 to 9_MR_EN</vt:lpstr>
      <vt:lpstr>think-cell Folie</vt:lpstr>
      <vt:lpstr>Common core principles are necessary in order to facilitate contributions into a production environment</vt:lpstr>
    </vt:vector>
  </TitlesOfParts>
  <Company>Munich Re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 Practice PowerPoint Successful Examples</dc:title>
  <dc:subject>Munich Re - MR - Munich-MR - DE-DE - Din A4</dc:subject>
  <dc:creator>Haubner Lorenz - Munich-MR</dc:creator>
  <cp:keywords>Munich-MR;</cp:keywords>
  <cp:lastModifiedBy>Duschl Dr. Matthias - Munich-MR</cp:lastModifiedBy>
  <cp:revision>129</cp:revision>
  <cp:lastPrinted>2018-09-28T10:58:56Z</cp:lastPrinted>
  <dcterms:created xsi:type="dcterms:W3CDTF">2018-09-06T15:25:55Z</dcterms:created>
  <dcterms:modified xsi:type="dcterms:W3CDTF">2019-11-19T07:35:39Z</dcterms:modified>
  <cp:category>Din A4</cp:category>
  <cp:contentStatus>MR</cp:contentStatus>
  <dc:language>DE-DE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0x010100BDFC41F17E0ACC479F7A6447D7BF5CF8</vt:lpwstr>
  </property>
  <property fmtid="{D5CDD505-2E9C-101B-9397-08002B2CF9AE}" pid="3" name="AuthorIds_UIVersion_27136">
    <vt:lpwstr>35</vt:lpwstr>
  </property>
  <property fmtid="{D5CDD505-2E9C-101B-9397-08002B2CF9AE}" pid="4" name="MSIP_Label_c6dace53-bb26-49c1-b263-21baa9bbd689_Enabled">
    <vt:lpwstr>True</vt:lpwstr>
  </property>
  <property fmtid="{D5CDD505-2E9C-101B-9397-08002B2CF9AE}" pid="5" name="MSIP_Label_c6dace53-bb26-49c1-b263-21baa9bbd689_SiteId">
    <vt:lpwstr>582259a1-dcaa-4cca-b1cf-e60d3f045ecd</vt:lpwstr>
  </property>
  <property fmtid="{D5CDD505-2E9C-101B-9397-08002B2CF9AE}" pid="6" name="MSIP_Label_c6dace53-bb26-49c1-b263-21baa9bbd689_Owner">
    <vt:lpwstr>MDuschl@munichre.com</vt:lpwstr>
  </property>
  <property fmtid="{D5CDD505-2E9C-101B-9397-08002B2CF9AE}" pid="7" name="MSIP_Label_c6dace53-bb26-49c1-b263-21baa9bbd689_SetDate">
    <vt:lpwstr>2019-11-19T07:28:36.7141954Z</vt:lpwstr>
  </property>
  <property fmtid="{D5CDD505-2E9C-101B-9397-08002B2CF9AE}" pid="8" name="MSIP_Label_c6dace53-bb26-49c1-b263-21baa9bbd689_Name">
    <vt:lpwstr>For internal use only (C2)</vt:lpwstr>
  </property>
  <property fmtid="{D5CDD505-2E9C-101B-9397-08002B2CF9AE}" pid="9" name="MSIP_Label_c6dace53-bb26-49c1-b263-21baa9bbd689_Application">
    <vt:lpwstr>Microsoft Azure Information Protection</vt:lpwstr>
  </property>
  <property fmtid="{D5CDD505-2E9C-101B-9397-08002B2CF9AE}" pid="10" name="MSIP_Label_c6dace53-bb26-49c1-b263-21baa9bbd689_ActionId">
    <vt:lpwstr>217b123a-a8fd-4e78-b96e-75574f76b4fd</vt:lpwstr>
  </property>
  <property fmtid="{D5CDD505-2E9C-101B-9397-08002B2CF9AE}" pid="11" name="MSIP_Label_c6dace53-bb26-49c1-b263-21baa9bbd689_Extended_MSFT_Method">
    <vt:lpwstr>Manual</vt:lpwstr>
  </property>
  <property fmtid="{D5CDD505-2E9C-101B-9397-08002B2CF9AE}" pid="12" name="Sensitivity">
    <vt:lpwstr>For internal use only (C2)</vt:lpwstr>
  </property>
</Properties>
</file>