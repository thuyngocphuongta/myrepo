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9" r:id="rId5"/>
  </p:sldMasterIdLst>
  <p:sldIdLst>
    <p:sldId id="256" r:id="rId6"/>
  </p:sldIdLst>
  <p:sldSz cx="9144000" cy="5143500" type="screen16x9"/>
  <p:notesSz cx="7099300" cy="10234613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223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 Thuy - Munich-MR" userId="17bbd4c9-97a9-4fa0-b909-5b4b1a2553c4" providerId="ADAL" clId="{15615440-3701-487C-9F27-86A8CCE8F0D6}"/>
    <pc:docChg chg="undo custSel modSld">
      <pc:chgData name="Ta Thuy - Munich-MR" userId="17bbd4c9-97a9-4fa0-b909-5b4b1a2553c4" providerId="ADAL" clId="{15615440-3701-487C-9F27-86A8CCE8F0D6}" dt="2019-10-10T07:53:06.752" v="287" actId="14100"/>
      <pc:docMkLst>
        <pc:docMk/>
      </pc:docMkLst>
      <pc:sldChg chg="addSp delSp modSp setBg">
        <pc:chgData name="Ta Thuy - Munich-MR" userId="17bbd4c9-97a9-4fa0-b909-5b4b1a2553c4" providerId="ADAL" clId="{15615440-3701-487C-9F27-86A8CCE8F0D6}" dt="2019-10-10T07:53:06.752" v="287" actId="14100"/>
        <pc:sldMkLst>
          <pc:docMk/>
          <pc:sldMk cId="4285484455" sldId="256"/>
        </pc:sldMkLst>
        <pc:spChg chg="add del mod">
          <ac:chgData name="Ta Thuy - Munich-MR" userId="17bbd4c9-97a9-4fa0-b909-5b4b1a2553c4" providerId="ADAL" clId="{15615440-3701-487C-9F27-86A8CCE8F0D6}" dt="2019-10-10T07:52:44.618" v="284" actId="478"/>
          <ac:spMkLst>
            <pc:docMk/>
            <pc:sldMk cId="4285484455" sldId="256"/>
            <ac:spMk id="2" creationId="{DCFACF74-0DF4-4154-8ECB-244ABDA65B18}"/>
          </ac:spMkLst>
        </pc:spChg>
        <pc:spChg chg="add del mod">
          <ac:chgData name="Ta Thuy - Munich-MR" userId="17bbd4c9-97a9-4fa0-b909-5b4b1a2553c4" providerId="ADAL" clId="{15615440-3701-487C-9F27-86A8CCE8F0D6}" dt="2019-09-27T09:42:21.103" v="86" actId="478"/>
          <ac:spMkLst>
            <pc:docMk/>
            <pc:sldMk cId="4285484455" sldId="256"/>
            <ac:spMk id="3" creationId="{18E7AAD4-3A9F-49C4-9F30-1F2B040AFAD7}"/>
          </ac:spMkLst>
        </pc:spChg>
        <pc:spChg chg="add del">
          <ac:chgData name="Ta Thuy - Munich-MR" userId="17bbd4c9-97a9-4fa0-b909-5b4b1a2553c4" providerId="ADAL" clId="{15615440-3701-487C-9F27-86A8CCE8F0D6}" dt="2019-10-02T14:44:18.664" v="177"/>
          <ac:spMkLst>
            <pc:docMk/>
            <pc:sldMk cId="4285484455" sldId="256"/>
            <ac:spMk id="3" creationId="{1A238B6F-9069-4E3B-BC9C-B2C7CC237691}"/>
          </ac:spMkLst>
        </pc:spChg>
        <pc:spChg chg="mod">
          <ac:chgData name="Ta Thuy - Munich-MR" userId="17bbd4c9-97a9-4fa0-b909-5b4b1a2553c4" providerId="ADAL" clId="{15615440-3701-487C-9F27-86A8CCE8F0D6}" dt="2019-10-02T14:52:34.780" v="224" actId="14100"/>
          <ac:spMkLst>
            <pc:docMk/>
            <pc:sldMk cId="4285484455" sldId="256"/>
            <ac:spMk id="6" creationId="{A0847AD9-5EA3-4817-90D7-F1DF9E88E5AA}"/>
          </ac:spMkLst>
        </pc:spChg>
        <pc:spChg chg="mod">
          <ac:chgData name="Ta Thuy - Munich-MR" userId="17bbd4c9-97a9-4fa0-b909-5b4b1a2553c4" providerId="ADAL" clId="{15615440-3701-487C-9F27-86A8CCE8F0D6}" dt="2019-10-10T07:53:06.752" v="287" actId="14100"/>
          <ac:spMkLst>
            <pc:docMk/>
            <pc:sldMk cId="4285484455" sldId="256"/>
            <ac:spMk id="7" creationId="{AE2142E4-E3CC-47DC-B016-B95997E8A73B}"/>
          </ac:spMkLst>
        </pc:spChg>
        <pc:spChg chg="mod">
          <ac:chgData name="Ta Thuy - Munich-MR" userId="17bbd4c9-97a9-4fa0-b909-5b4b1a2553c4" providerId="ADAL" clId="{15615440-3701-487C-9F27-86A8CCE8F0D6}" dt="2019-10-02T14:55:14.876" v="264" actId="14100"/>
          <ac:spMkLst>
            <pc:docMk/>
            <pc:sldMk cId="4285484455" sldId="256"/>
            <ac:spMk id="8" creationId="{E79C5914-EF64-4018-B7BA-EC9AEB7A2727}"/>
          </ac:spMkLst>
        </pc:spChg>
        <pc:spChg chg="mod">
          <ac:chgData name="Ta Thuy - Munich-MR" userId="17bbd4c9-97a9-4fa0-b909-5b4b1a2553c4" providerId="ADAL" clId="{15615440-3701-487C-9F27-86A8CCE8F0D6}" dt="2019-10-02T14:54:49.524" v="251" actId="14100"/>
          <ac:spMkLst>
            <pc:docMk/>
            <pc:sldMk cId="4285484455" sldId="256"/>
            <ac:spMk id="9" creationId="{9CB74F62-6399-4273-A834-D6393E3ABA56}"/>
          </ac:spMkLst>
        </pc:spChg>
        <pc:spChg chg="add mod">
          <ac:chgData name="Ta Thuy - Munich-MR" userId="17bbd4c9-97a9-4fa0-b909-5b4b1a2553c4" providerId="ADAL" clId="{15615440-3701-487C-9F27-86A8CCE8F0D6}" dt="2019-09-27T09:45:08.317" v="102" actId="14100"/>
          <ac:spMkLst>
            <pc:docMk/>
            <pc:sldMk cId="4285484455" sldId="256"/>
            <ac:spMk id="11" creationId="{BD5D0187-08B5-4CBB-BFD7-AC74CE2547EE}"/>
          </ac:spMkLst>
        </pc:spChg>
        <pc:spChg chg="add mod">
          <ac:chgData name="Ta Thuy - Munich-MR" userId="17bbd4c9-97a9-4fa0-b909-5b4b1a2553c4" providerId="ADAL" clId="{15615440-3701-487C-9F27-86A8CCE8F0D6}" dt="2019-10-02T14:55:07.533" v="263" actId="20577"/>
          <ac:spMkLst>
            <pc:docMk/>
            <pc:sldMk cId="4285484455" sldId="256"/>
            <ac:spMk id="13" creationId="{C3589BFE-67CE-4C2E-A048-CE068499F72C}"/>
          </ac:spMkLst>
        </pc:spChg>
        <pc:spChg chg="add mod">
          <ac:chgData name="Ta Thuy - Munich-MR" userId="17bbd4c9-97a9-4fa0-b909-5b4b1a2553c4" providerId="ADAL" clId="{15615440-3701-487C-9F27-86A8CCE8F0D6}" dt="2019-10-02T14:53:00.708" v="229" actId="1076"/>
          <ac:spMkLst>
            <pc:docMk/>
            <pc:sldMk cId="4285484455" sldId="256"/>
            <ac:spMk id="14" creationId="{A1085231-8329-4ED4-A965-54667BDDDF85}"/>
          </ac:spMkLst>
        </pc:spChg>
        <pc:spChg chg="add mod">
          <ac:chgData name="Ta Thuy - Munich-MR" userId="17bbd4c9-97a9-4fa0-b909-5b4b1a2553c4" providerId="ADAL" clId="{15615440-3701-487C-9F27-86A8CCE8F0D6}" dt="2019-10-02T14:55:41.156" v="268" actId="1076"/>
          <ac:spMkLst>
            <pc:docMk/>
            <pc:sldMk cId="4285484455" sldId="256"/>
            <ac:spMk id="15" creationId="{57EF0D8E-E933-4760-8563-C069AEE5EB42}"/>
          </ac:spMkLst>
        </pc:spChg>
        <pc:spChg chg="add mod">
          <ac:chgData name="Ta Thuy - Munich-MR" userId="17bbd4c9-97a9-4fa0-b909-5b4b1a2553c4" providerId="ADAL" clId="{15615440-3701-487C-9F27-86A8CCE8F0D6}" dt="2019-10-02T14:53:08.316" v="231" actId="1076"/>
          <ac:spMkLst>
            <pc:docMk/>
            <pc:sldMk cId="4285484455" sldId="256"/>
            <ac:spMk id="16" creationId="{ED34ADF7-C5BD-4CF9-A368-426934F68A8A}"/>
          </ac:spMkLst>
        </pc:spChg>
        <pc:spChg chg="add mod">
          <ac:chgData name="Ta Thuy - Munich-MR" userId="17bbd4c9-97a9-4fa0-b909-5b4b1a2553c4" providerId="ADAL" clId="{15615440-3701-487C-9F27-86A8CCE8F0D6}" dt="2019-10-02T14:55:19.253" v="265" actId="14100"/>
          <ac:spMkLst>
            <pc:docMk/>
            <pc:sldMk cId="4285484455" sldId="256"/>
            <ac:spMk id="17" creationId="{9664A379-CADA-424B-A3DB-04903EF2CECB}"/>
          </ac:spMkLst>
        </pc:spChg>
        <pc:spChg chg="add mod">
          <ac:chgData name="Ta Thuy - Munich-MR" userId="17bbd4c9-97a9-4fa0-b909-5b4b1a2553c4" providerId="ADAL" clId="{15615440-3701-487C-9F27-86A8CCE8F0D6}" dt="2019-10-02T14:55:21.997" v="266" actId="14100"/>
          <ac:spMkLst>
            <pc:docMk/>
            <pc:sldMk cId="4285484455" sldId="256"/>
            <ac:spMk id="18" creationId="{6C5863D9-3021-4444-908D-4DACA17D0519}"/>
          </ac:spMkLst>
        </pc:spChg>
        <pc:spChg chg="add del mod">
          <ac:chgData name="Ta Thuy - Munich-MR" userId="17bbd4c9-97a9-4fa0-b909-5b4b1a2553c4" providerId="ADAL" clId="{15615440-3701-487C-9F27-86A8CCE8F0D6}" dt="2019-10-02T14:54:52.716" v="252" actId="14100"/>
          <ac:spMkLst>
            <pc:docMk/>
            <pc:sldMk cId="4285484455" sldId="256"/>
            <ac:spMk id="19" creationId="{595BCC15-CE2A-497B-8020-4BA7CEFD026B}"/>
          </ac:spMkLst>
        </pc:spChg>
        <pc:spChg chg="add mod">
          <ac:chgData name="Ta Thuy - Munich-MR" userId="17bbd4c9-97a9-4fa0-b909-5b4b1a2553c4" providerId="ADAL" clId="{15615440-3701-487C-9F27-86A8CCE8F0D6}" dt="2019-10-02T14:55:45.516" v="269" actId="1076"/>
          <ac:spMkLst>
            <pc:docMk/>
            <pc:sldMk cId="4285484455" sldId="256"/>
            <ac:spMk id="20" creationId="{D7786930-B01F-4DB2-8D6C-92772C6FA492}"/>
          </ac:spMkLst>
        </pc:spChg>
        <pc:spChg chg="add mod">
          <ac:chgData name="Ta Thuy - Munich-MR" userId="17bbd4c9-97a9-4fa0-b909-5b4b1a2553c4" providerId="ADAL" clId="{15615440-3701-487C-9F27-86A8CCE8F0D6}" dt="2019-10-02T14:53:24.605" v="235" actId="1076"/>
          <ac:spMkLst>
            <pc:docMk/>
            <pc:sldMk cId="4285484455" sldId="256"/>
            <ac:spMk id="21" creationId="{CDC1B360-3637-46D4-A02A-08118D6ED123}"/>
          </ac:spMkLst>
        </pc:spChg>
        <pc:spChg chg="add mod">
          <ac:chgData name="Ta Thuy - Munich-MR" userId="17bbd4c9-97a9-4fa0-b909-5b4b1a2553c4" providerId="ADAL" clId="{15615440-3701-487C-9F27-86A8CCE8F0D6}" dt="2019-10-02T14:55:48.924" v="270" actId="1076"/>
          <ac:spMkLst>
            <pc:docMk/>
            <pc:sldMk cId="4285484455" sldId="256"/>
            <ac:spMk id="22" creationId="{F981AE9D-1612-4C98-89AD-52DD37E3096B}"/>
          </ac:spMkLst>
        </pc:spChg>
        <pc:spChg chg="add mod">
          <ac:chgData name="Ta Thuy - Munich-MR" userId="17bbd4c9-97a9-4fa0-b909-5b4b1a2553c4" providerId="ADAL" clId="{15615440-3701-487C-9F27-86A8CCE8F0D6}" dt="2019-10-02T14:54:44.524" v="250" actId="1076"/>
          <ac:spMkLst>
            <pc:docMk/>
            <pc:sldMk cId="4285484455" sldId="256"/>
            <ac:spMk id="23" creationId="{C0D5CCB9-342C-4EF3-BEEF-065A12ED1EA5}"/>
          </ac:spMkLst>
        </pc:spChg>
        <pc:spChg chg="add mod">
          <ac:chgData name="Ta Thuy - Munich-MR" userId="17bbd4c9-97a9-4fa0-b909-5b4b1a2553c4" providerId="ADAL" clId="{15615440-3701-487C-9F27-86A8CCE8F0D6}" dt="2019-10-02T14:55:52.916" v="271" actId="1076"/>
          <ac:spMkLst>
            <pc:docMk/>
            <pc:sldMk cId="4285484455" sldId="256"/>
            <ac:spMk id="24" creationId="{4BC2E5F2-B938-4AB7-A27F-89F8A6F33D8B}"/>
          </ac:spMkLst>
        </pc:spChg>
        <pc:spChg chg="add mod">
          <ac:chgData name="Ta Thuy - Munich-MR" userId="17bbd4c9-97a9-4fa0-b909-5b4b1a2553c4" providerId="ADAL" clId="{15615440-3701-487C-9F27-86A8CCE8F0D6}" dt="2019-10-10T07:52:56.738" v="286" actId="1076"/>
          <ac:spMkLst>
            <pc:docMk/>
            <pc:sldMk cId="4285484455" sldId="256"/>
            <ac:spMk id="25" creationId="{556528EE-B986-4A11-A9A6-77A8E59312F8}"/>
          </ac:spMkLst>
        </pc:spChg>
        <pc:cxnChg chg="add mod">
          <ac:chgData name="Ta Thuy - Munich-MR" userId="17bbd4c9-97a9-4fa0-b909-5b4b1a2553c4" providerId="ADAL" clId="{15615440-3701-487C-9F27-86A8CCE8F0D6}" dt="2019-09-27T09:45:29.988" v="107" actId="14100"/>
          <ac:cxnSpMkLst>
            <pc:docMk/>
            <pc:sldMk cId="4285484455" sldId="256"/>
            <ac:cxnSpMk id="5" creationId="{0151BBE4-0DCF-47ED-BB6A-07A7951AFBE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2556000"/>
          </a:xfrm>
          <a:solidFill>
            <a:schemeClr val="tx2"/>
          </a:solidFill>
        </p:spPr>
        <p:txBody>
          <a:bodyPr tIns="720000" anchor="t" anchorCtr="1"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Klicken Sie auf das Icon in der Mitte, um ein Titelbild einzufügen.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6000" y="2862000"/>
            <a:ext cx="6318000" cy="774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400" cap="none" baseline="0"/>
            </a:lvl1pPr>
          </a:lstStyle>
          <a:p>
            <a:r>
              <a:rPr lang="de-DE" dirty="0"/>
              <a:t>Titel 24 pt, max. zweizeilig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6000" y="4230000"/>
            <a:ext cx="6318000" cy="648000"/>
          </a:xfrm>
        </p:spPr>
        <p:txBody>
          <a:bodyPr anchor="b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lvl1pPr>
          </a:lstStyle>
          <a:p>
            <a:r>
              <a:rPr lang="de-DE" dirty="0"/>
              <a:t>Datum: TT.MM.JJJJ</a:t>
            </a:r>
            <a:br>
              <a:rPr lang="de-DE" dirty="0"/>
            </a:br>
            <a:r>
              <a:rPr lang="de-DE" dirty="0"/>
              <a:t>Name des Redners</a:t>
            </a:r>
          </a:p>
        </p:txBody>
      </p:sp>
      <p:sp>
        <p:nvSpPr>
          <p:cNvPr id="7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84000" y="2340000"/>
            <a:ext cx="2160000" cy="216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Quelle: Bitte Bildquelle angeben / Name des Fotografen</a:t>
            </a:r>
          </a:p>
        </p:txBody>
      </p:sp>
      <p:pic>
        <p:nvPicPr>
          <p:cNvPr id="14" name="Grafik 13" descr="Logo_Munich Re_42mm_RGB.e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200" y="4489200"/>
            <a:ext cx="1521000" cy="354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 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2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7560000 w 9144000"/>
              <a:gd name="connsiteY3" fmla="*/ 5143500 h 5143500"/>
              <a:gd name="connsiteX4" fmla="*/ 7560000 w 9144000"/>
              <a:gd name="connsiteY4" fmla="*/ 2565900 h 5143500"/>
              <a:gd name="connsiteX5" fmla="*/ 0 w 9144000"/>
              <a:gd name="connsiteY5" fmla="*/ 25659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7560000" y="5143500"/>
                </a:lnTo>
                <a:lnTo>
                  <a:pt x="7560000" y="2565900"/>
                </a:lnTo>
                <a:lnTo>
                  <a:pt x="0" y="25659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980000" anchor="t" anchorCtr="1">
            <a:noAutofit/>
          </a:bodyPr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Klicken Sie auf das Icon in der Mitte, um ein Titelbild einzufügen.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6000" y="2862000"/>
            <a:ext cx="4716000" cy="774000"/>
          </a:xfrm>
          <a:noFill/>
        </p:spPr>
        <p:txBody>
          <a:bodyPr lIns="0" rIns="0" bIns="0" anchor="b">
            <a:noAutofit/>
          </a:bodyPr>
          <a:lstStyle>
            <a:lvl1pPr>
              <a:lnSpc>
                <a:spcPct val="100000"/>
              </a:lnSpc>
              <a:defRPr sz="2400" cap="none" baseline="0"/>
            </a:lvl1pPr>
          </a:lstStyle>
          <a:p>
            <a:r>
              <a:rPr lang="de-DE" dirty="0"/>
              <a:t>Titel 24 pt, max. zweizeilig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6000" y="4230000"/>
            <a:ext cx="4716000" cy="648000"/>
          </a:xfrm>
        </p:spPr>
        <p:txBody>
          <a:bodyPr anchor="b" anchorCtr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de-DE" dirty="0"/>
              <a:t>Datum: TT.MM.JJJJ</a:t>
            </a:r>
            <a:br>
              <a:rPr lang="de-DE" dirty="0"/>
            </a:br>
            <a:r>
              <a:rPr lang="de-DE" dirty="0"/>
              <a:t>Name des Redners</a:t>
            </a:r>
          </a:p>
        </p:txBody>
      </p:sp>
      <p:sp>
        <p:nvSpPr>
          <p:cNvPr id="9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5400000" y="2340000"/>
            <a:ext cx="2160000" cy="216000"/>
          </a:xfrm>
        </p:spPr>
        <p:txBody>
          <a:bodyPr wrap="none" tIns="72000" rIns="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Quelle: Bitte Bildquelle angeben / Name des Fotografen</a:t>
            </a:r>
          </a:p>
        </p:txBody>
      </p:sp>
      <p:pic>
        <p:nvPicPr>
          <p:cNvPr id="14" name="Grafik 13" descr="Logo_Munich Re_42mm_RGB.e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000" y="4489200"/>
            <a:ext cx="1521000" cy="354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Titel 20 pt, max. zweizeilig für Agenda</a:t>
            </a:r>
            <a:endParaRPr lang="de-DE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450000" indent="-450000">
              <a:spcAft>
                <a:spcPts val="900"/>
              </a:spcAft>
              <a:buClr>
                <a:schemeClr val="accent1"/>
              </a:buClr>
              <a:buSzPct val="145000"/>
              <a:buAutoNum type="arabicPeriod"/>
              <a:defRPr/>
            </a:lvl1pPr>
            <a:lvl2pPr marL="720000">
              <a:defRPr/>
            </a:lvl2pPr>
            <a:lvl3pPr marL="990000">
              <a:defRPr/>
            </a:lvl3pPr>
            <a:lvl4pPr marL="1260000">
              <a:defRPr/>
            </a:lvl4pPr>
            <a:lvl5pPr marL="1530000">
              <a:defRPr/>
            </a:lvl5pPr>
            <a:lvl6pPr marL="1800000">
              <a:defRPr/>
            </a:lvl6pPr>
            <a:lvl7pPr marL="2070000">
              <a:defRPr/>
            </a:lvl7pPr>
            <a:lvl8pPr marL="2340000">
              <a:defRPr baseline="0"/>
            </a:lvl8pPr>
            <a:lvl9pPr marL="2610000">
              <a:defRPr baseline="0"/>
            </a:lvl9pPr>
          </a:lstStyle>
          <a:p>
            <a:pPr lvl="0"/>
            <a:r>
              <a:rPr lang="de-DE" dirty="0"/>
              <a:t>Um die Hierarchie der Unterpunkte anzupassen, verwenden Sie Start &gt; Absatz &gt; Listenebene verringern/erhöhen. Alternativ Tabelle, Diagramm, SmartArt Grafik, Bild oder Onlinegrafik einfügen.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C527-BB5E-42D8-B15C-AA7257FE002D}" type="datetime4">
              <a:rPr lang="de-DE" noProof="0" smtClean="0"/>
              <a:t>10. Oktober 2019</a:t>
            </a:fld>
            <a:endParaRPr lang="de-DE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4909C6-CC71-4962-A18E-AF0515723D95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noProof="0"/>
              <a:t>Fußzeile bearbeiten: Einfügen &gt; Kopf- und Fußzeile (Titel der Präsentation und Name des Redners)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und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20 pt, max. zweizeilig und Aufzählung</a:t>
            </a:r>
            <a:endParaRPr lang="de-DE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 dirty="0"/>
              <a:t>Um die Hierarchie der Unterpunkte anzupassen, verwenden Sie Start &gt; Absatz &gt; Listenebene verringern/erhöhen. Alternativ Tabelle, Diagramm, SmartArt Grafik, Bild oder Onlinegrafik einfügen.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C199-46D4-4B31-B500-5B73B7BF1E9E}" type="datetime4">
              <a:rPr lang="de-DE" noProof="0" smtClean="0"/>
              <a:t>10. Oktober 2019</a:t>
            </a:fld>
            <a:endParaRPr lang="de-DE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4909C6-CC71-4962-A18E-AF0515723D95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noProof="0"/>
              <a:t>Fußzeile bearbeiten: Einfügen &gt; Kopf- und Fußzeile (Titel der Präsentation und Name des Redners)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Nummeri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Titel 20 pt, max. zweizeilig und Nummerierung</a:t>
            </a:r>
            <a:endParaRPr lang="de-DE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AutoNum type="arabicPeriod"/>
              <a:defRPr/>
            </a:lvl1pPr>
          </a:lstStyle>
          <a:p>
            <a:pPr lvl="0"/>
            <a:r>
              <a:rPr lang="de-DE" dirty="0"/>
              <a:t>Um die Hierarchie der Unterpunkte anzupassen, verwenden Sie Start &gt; Absatz &gt; Listenebene verringern/erhöhen. Alternativ Tabelle, Diagramm, SmartArt Grafik, Bild oder Onlinegrafik einfügen.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90885-282B-4BDB-97EE-F8C1B0F2285E}" type="datetime4">
              <a:rPr lang="de-DE" noProof="0" smtClean="0"/>
              <a:t>10. Oktober 2019</a:t>
            </a:fld>
            <a:endParaRPr lang="de-DE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4909C6-CC71-4962-A18E-AF0515723D95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noProof="0"/>
              <a:t>Fußzeile bearbeiten: Einfügen &gt; Kopf- und Fußzeile (Titel der Präsentation und Name des Redners)</a:t>
            </a:r>
          </a:p>
        </p:txBody>
      </p:sp>
    </p:spTree>
    <p:extLst>
      <p:ext uri="{BB962C8B-B14F-4D97-AF65-F5344CB8AC3E}">
        <p14:creationId xmlns:p14="http://schemas.microsoft.com/office/powerpoint/2010/main" val="361029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Standar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/>
            </a:lvl1pPr>
            <a:lvl2pPr marL="270000" indent="0">
              <a:buNone/>
            </a:lvl2pPr>
            <a:lvl3pPr marL="540000" indent="0">
              <a:buNone/>
            </a:lvl3pPr>
            <a:lvl4pPr marL="810000" indent="0">
              <a:buNone/>
            </a:lvl4pPr>
            <a:lvl5pPr marL="1080000" indent="0">
              <a:buNone/>
            </a:lvl5pPr>
            <a:lvl6pPr marL="1350000" indent="0">
              <a:buNone/>
            </a:lvl6pPr>
            <a:lvl7pPr marL="1620000" indent="0">
              <a:buNone/>
            </a:lvl7pPr>
            <a:lvl8pPr marL="1890000" indent="0">
              <a:buNone/>
            </a:lvl8pPr>
            <a:lvl9pPr marL="2160000" indent="0">
              <a:buNone/>
            </a:lvl9pPr>
          </a:lstStyle>
          <a:p>
            <a:pPr lvl="0"/>
            <a:r>
              <a:rPr lang="de-DE" dirty="0"/>
              <a:t>Um die Hierarchie der Unterpunkte anzupassen, verwenden Sie Start &gt; Absatz &gt; Listenebene verringern/erhöhen. Alternativ Tabelle, Diagramm, SmartArt Grafik, Bild oder Onlinegrafik einfügen.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20 pt, max. zweizeilig und Standardtext</a:t>
            </a:r>
            <a:endParaRPr lang="de-DE" noProof="0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1FDD-119D-4730-9E1F-9B09C4DC09C3}" type="datetime4">
              <a:rPr lang="de-DE" noProof="0" smtClean="0"/>
              <a:t>10. Oktober 2019</a:t>
            </a:fld>
            <a:endParaRPr lang="de-DE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4909C6-CC71-4962-A18E-AF0515723D95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noProof="0"/>
              <a:t>Fußzeile bearbeiten: Einfügen &gt; Kopf- und Fußzeile (Titel der Präsentation und Name des Redners)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1206000"/>
            <a:ext cx="8532000" cy="3240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noProof="0" dirty="0"/>
              <a:t>Überschrift 16 pt, einzeilig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43D73BC-C134-4BFD-8285-5C150B541220}" type="datetime4">
              <a:rPr lang="de-DE" smtClean="0"/>
              <a:t>10. Oktober 2019</a:t>
            </a:fld>
            <a:endParaRPr lang="de-DE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56DB8AA-803C-49D2-90AA-1140CE72DCD7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Fußzeile bearbeiten: Einfügen &gt; Kopf- und Fußzeile (Titel der Präsentation und Name des Redners)</a:t>
            </a:r>
            <a:endParaRPr lang="de-DE" dirty="0"/>
          </a:p>
        </p:txBody>
      </p:sp>
      <p:sp>
        <p:nvSpPr>
          <p:cNvPr id="16" name="Titel 1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20 pt, max. zweizeilig und Diagramm</a:t>
            </a:r>
          </a:p>
        </p:txBody>
      </p:sp>
      <p:sp>
        <p:nvSpPr>
          <p:cNvPr id="18" name="Diagrammplatzhalter 17"/>
          <p:cNvSpPr>
            <a:spLocks noGrp="1"/>
          </p:cNvSpPr>
          <p:nvPr>
            <p:ph type="chart" sz="quarter" idx="15" hasCustomPrompt="1"/>
          </p:nvPr>
        </p:nvSpPr>
        <p:spPr>
          <a:xfrm>
            <a:off x="306000" y="1530000"/>
            <a:ext cx="8532000" cy="3304800"/>
          </a:xfrm>
          <a:noFill/>
        </p:spPr>
        <p:txBody>
          <a:bodyPr/>
          <a:lstStyle>
            <a:lvl1pPr marL="0" indent="0">
              <a:buNone/>
            </a:lvl1pPr>
          </a:lstStyle>
          <a:p>
            <a:r>
              <a:rPr lang="de-DE" dirty="0"/>
              <a:t>Klicken Sie auf das Icon in der Mitte, um ein Diagramm einzufügen. </a:t>
            </a:r>
            <a:br>
              <a:rPr lang="de-DE" dirty="0"/>
            </a:br>
            <a:r>
              <a:rPr lang="de-DE" dirty="0"/>
              <a:t>Diagrammfarben ändern: Klick auf Diagramm &gt; Im Ribbon Diagrammtools &gt; Entwurf &gt; Farbfelder (Schnellfarben für Diagramme). Dort unter Monochrom Farbe 5 oder 8 wählen.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 dirty="0"/>
              <a:t>Titel 20 pt, max. zweizeilig und Tabelle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9D39757-8683-4F33-BCEE-C911005BCA48}" type="datetime4">
              <a:rPr lang="de-DE" smtClean="0"/>
              <a:t>10. Oktober 2019</a:t>
            </a:fld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6DB8AA-803C-49D2-90AA-1140CE72DCD7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Fußzeile bearbeiten: Einfügen &gt; Kopf- und Fußzeile (Titel der Präsentation und Name des Redners)</a:t>
            </a:r>
            <a:endParaRPr lang="de-DE" dirty="0"/>
          </a:p>
        </p:txBody>
      </p:sp>
      <p:sp>
        <p:nvSpPr>
          <p:cNvPr id="12" name="Tabellenplatzhalter 11"/>
          <p:cNvSpPr>
            <a:spLocks noGrp="1"/>
          </p:cNvSpPr>
          <p:nvPr>
            <p:ph type="tbl" sz="quarter" idx="19" hasCustomPrompt="1"/>
          </p:nvPr>
        </p:nvSpPr>
        <p:spPr>
          <a:xfrm>
            <a:off x="306000" y="1205138"/>
            <a:ext cx="8532000" cy="3628800"/>
          </a:xfrm>
        </p:spPr>
        <p:txBody>
          <a:bodyPr/>
          <a:lstStyle>
            <a:lvl1pPr marL="0" indent="0">
              <a:buFontTx/>
              <a:buNone/>
            </a:lvl1pPr>
          </a:lstStyle>
          <a:p>
            <a:r>
              <a:rPr lang="de-DE" dirty="0"/>
              <a:t>Klicken Sie auf das Icon in der Mitte, um eine Tabelle einzufügen.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itel_und 2 Texblöc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Titel 20 pt, max. zweizeilig und zwei Inhaltsblöcke</a:t>
            </a:r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48B69-B921-4AF1-A621-9830164A07B4}" type="datetime4">
              <a:rPr lang="de-DE" smtClean="0"/>
              <a:t>10. Oktober 2019</a:t>
            </a:fld>
            <a:endParaRPr lang="de-DE" dirty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Fußzeile bearbeiten: Einfügen &gt; Kopf- und Fußzeile (Titel der Präsentation und Name des Redners)</a:t>
            </a:r>
            <a:endParaRPr lang="de-DE" dirty="0"/>
          </a:p>
        </p:txBody>
      </p:sp>
      <p:sp>
        <p:nvSpPr>
          <p:cNvPr id="20" name="Inhaltsplatzhalter 19"/>
          <p:cNvSpPr>
            <a:spLocks noGrp="1"/>
          </p:cNvSpPr>
          <p:nvPr>
            <p:ph sz="quarter" idx="13" hasCustomPrompt="1"/>
          </p:nvPr>
        </p:nvSpPr>
        <p:spPr>
          <a:xfrm>
            <a:off x="306000" y="1530000"/>
            <a:ext cx="4111200" cy="3304800"/>
          </a:xfrm>
          <a:noFill/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de-DE" dirty="0"/>
              <a:t>Um die Hierarchie der Unterpunkte anzupassen, verwenden Sie Start &gt; Absatz &gt; Listenebene verringern/erhöhen.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22" name="Inhaltsplatzhalter 21"/>
          <p:cNvSpPr>
            <a:spLocks noGrp="1"/>
          </p:cNvSpPr>
          <p:nvPr>
            <p:ph sz="quarter" idx="14" hasCustomPrompt="1"/>
          </p:nvPr>
        </p:nvSpPr>
        <p:spPr>
          <a:xfrm>
            <a:off x="4723200" y="1530000"/>
            <a:ext cx="4111200" cy="3304800"/>
          </a:xfrm>
          <a:noFill/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de-DE" dirty="0"/>
              <a:t>Um die Hierarchie der Unterpunkte anzupassen, verwenden Sie Start &gt; Absatz &gt; Listenebene verringern/erhöhen.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306000" y="1206000"/>
            <a:ext cx="4111200" cy="324000"/>
          </a:xfrm>
          <a:noFill/>
        </p:spPr>
        <p:txBody>
          <a:bodyPr lIns="0" tIns="0" rIns="0" bIns="0" anchor="t"/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Überschrift 16 pt, einzeilig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723200" y="1206000"/>
            <a:ext cx="4111200" cy="324000"/>
          </a:xfrm>
          <a:noFill/>
        </p:spPr>
        <p:txBody>
          <a:bodyPr lIns="0" tIns="0" rIns="0" bIns="0" anchor="t"/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Überschrift 16 pt, einzeilig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2976">
          <p15:clr>
            <a:srgbClr val="FBAE40"/>
          </p15:clr>
        </p15:guide>
        <p15:guide id="2" pos="2784">
          <p15:clr>
            <a:srgbClr val="FBAE40"/>
          </p15:clr>
        </p15:guide>
        <p15:guide id="3" orient="horz" pos="965">
          <p15:clr>
            <a:srgbClr val="FBAE40"/>
          </p15:clr>
        </p15:guide>
        <p15:guide id="4" orient="horz" pos="114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3 Bilder mit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/>
          <p:cNvSpPr>
            <a:spLocks noGrp="1"/>
          </p:cNvSpPr>
          <p:nvPr>
            <p:ph type="pic" sz="quarter" idx="13" hasCustomPrompt="1"/>
          </p:nvPr>
        </p:nvSpPr>
        <p:spPr>
          <a:xfrm>
            <a:off x="306000" y="1206000"/>
            <a:ext cx="2638800" cy="2178000"/>
          </a:xfrm>
        </p:spPr>
        <p:txBody>
          <a:bodyPr>
            <a:normAutofit/>
          </a:bodyPr>
          <a:lstStyle>
            <a:lvl1pPr marL="0" indent="0">
              <a:buFontTx/>
              <a:buNone/>
            </a:lvl1pPr>
          </a:lstStyle>
          <a:p>
            <a:r>
              <a:rPr lang="de-DE" noProof="0" dirty="0"/>
              <a:t>Klicken Sie auf das Icon in der Mitte, um ein Bild einzufügen.</a:t>
            </a:r>
          </a:p>
        </p:txBody>
      </p:sp>
      <p:sp>
        <p:nvSpPr>
          <p:cNvPr id="20" name="Bildplatzhalter 18"/>
          <p:cNvSpPr>
            <a:spLocks noGrp="1"/>
          </p:cNvSpPr>
          <p:nvPr>
            <p:ph type="pic" sz="quarter" idx="14" hasCustomPrompt="1"/>
          </p:nvPr>
        </p:nvSpPr>
        <p:spPr>
          <a:xfrm>
            <a:off x="3254400" y="1206000"/>
            <a:ext cx="2638800" cy="2178000"/>
          </a:xfrm>
        </p:spPr>
        <p:txBody>
          <a:bodyPr>
            <a:normAutofit/>
          </a:bodyPr>
          <a:lstStyle>
            <a:lvl1pPr marL="0" indent="0">
              <a:buFontTx/>
              <a:buNone/>
              <a:tabLst/>
            </a:lvl1pPr>
          </a:lstStyle>
          <a:p>
            <a:r>
              <a:rPr lang="de-DE" noProof="0" dirty="0"/>
              <a:t>Klicken Sie auf das Icon in der Mitte, um ein Bild einzufügen.</a:t>
            </a:r>
          </a:p>
        </p:txBody>
      </p:sp>
      <p:sp>
        <p:nvSpPr>
          <p:cNvPr id="21" name="Bildplatzhalter 18"/>
          <p:cNvSpPr>
            <a:spLocks noGrp="1"/>
          </p:cNvSpPr>
          <p:nvPr>
            <p:ph type="pic" sz="quarter" idx="15" hasCustomPrompt="1"/>
          </p:nvPr>
        </p:nvSpPr>
        <p:spPr>
          <a:xfrm>
            <a:off x="6199200" y="1206000"/>
            <a:ext cx="2638800" cy="2178000"/>
          </a:xfrm>
        </p:spPr>
        <p:txBody>
          <a:bodyPr>
            <a:normAutofit/>
          </a:bodyPr>
          <a:lstStyle>
            <a:lvl1pPr marL="0" indent="0">
              <a:buFontTx/>
              <a:buNone/>
            </a:lvl1pPr>
          </a:lstStyle>
          <a:p>
            <a:r>
              <a:rPr lang="de-DE" noProof="0" dirty="0"/>
              <a:t>Klicken Sie auf das Icon in der Mitte, um ein Bild einzufügen.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306000" y="3456001"/>
            <a:ext cx="2638800" cy="1377938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</a:lvl7pPr>
            <a:lvl8pPr>
              <a:spcAft>
                <a:spcPts val="0"/>
              </a:spcAft>
            </a:lvl8pPr>
            <a:lvl9pPr>
              <a:spcAft>
                <a:spcPts val="0"/>
              </a:spcAft>
            </a:lvl9pPr>
          </a:lstStyle>
          <a:p>
            <a:pPr lvl="0"/>
            <a:r>
              <a:rPr lang="de-DE" noProof="0" dirty="0"/>
              <a:t>Um die Hierarchie der Unterpunkte anzupassen, verwenden Sie Start &gt; Absatz &gt; Listenebene verringern/erhöhen.</a:t>
            </a:r>
          </a:p>
          <a:p>
            <a:pPr lvl="1"/>
            <a:r>
              <a:rPr lang="de-DE" noProof="0" dirty="0"/>
              <a:t>Zweite Ebene</a:t>
            </a:r>
          </a:p>
        </p:txBody>
      </p:sp>
      <p:sp>
        <p:nvSpPr>
          <p:cNvPr id="24" name="Textplatzhalter 22"/>
          <p:cNvSpPr>
            <a:spLocks noGrp="1"/>
          </p:cNvSpPr>
          <p:nvPr>
            <p:ph type="body" sz="quarter" idx="17" hasCustomPrompt="1"/>
          </p:nvPr>
        </p:nvSpPr>
        <p:spPr>
          <a:xfrm>
            <a:off x="3254400" y="3456000"/>
            <a:ext cx="2638800" cy="137793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</a:lvl7pPr>
            <a:lvl8pPr>
              <a:spcAft>
                <a:spcPts val="0"/>
              </a:spcAft>
            </a:lvl8pPr>
            <a:lvl9pPr>
              <a:spcAft>
                <a:spcPts val="0"/>
              </a:spcAft>
            </a:lvl9pPr>
          </a:lstStyle>
          <a:p>
            <a:pPr lvl="0"/>
            <a:r>
              <a:rPr lang="de-DE" noProof="0" dirty="0"/>
              <a:t>Um die Hierarchie der Unterpunkte anzupassen, verwenden Sie Start &gt; Absatz &gt; Listenebene verringern/erhöhen.</a:t>
            </a:r>
          </a:p>
          <a:p>
            <a:pPr lvl="1"/>
            <a:r>
              <a:rPr lang="de-DE" noProof="0" dirty="0"/>
              <a:t>Zweite Ebene</a:t>
            </a:r>
          </a:p>
        </p:txBody>
      </p:sp>
      <p:sp>
        <p:nvSpPr>
          <p:cNvPr id="25" name="Textplatzhalter 22"/>
          <p:cNvSpPr>
            <a:spLocks noGrp="1"/>
          </p:cNvSpPr>
          <p:nvPr>
            <p:ph type="body" sz="quarter" idx="18" hasCustomPrompt="1"/>
          </p:nvPr>
        </p:nvSpPr>
        <p:spPr>
          <a:xfrm>
            <a:off x="6199200" y="3456001"/>
            <a:ext cx="2638800" cy="1377938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</a:lvl7pPr>
            <a:lvl8pPr>
              <a:spcAft>
                <a:spcPts val="0"/>
              </a:spcAft>
            </a:lvl8pPr>
            <a:lvl9pPr>
              <a:spcAft>
                <a:spcPts val="0"/>
              </a:spcAft>
            </a:lvl9pPr>
          </a:lstStyle>
          <a:p>
            <a:pPr lvl="0">
              <a:spcAft>
                <a:spcPts val="0"/>
              </a:spcAft>
            </a:pPr>
            <a:r>
              <a:rPr lang="de-DE" noProof="0" dirty="0"/>
              <a:t>Um die Hierarchie der Unterpunkte anzupassen, verwenden Sie Start &gt; Absatz &gt; Listenebene verringern/erhöhen.</a:t>
            </a:r>
          </a:p>
          <a:p>
            <a:pPr lvl="1"/>
            <a:r>
              <a:rPr lang="de-DE" noProof="0" dirty="0"/>
              <a:t>Zweite Ebene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 dirty="0"/>
              <a:t>Titel 20 pt, max. zweizeilig und drei Bilder mit Text</a:t>
            </a:r>
          </a:p>
        </p:txBody>
      </p:sp>
      <p:sp>
        <p:nvSpPr>
          <p:cNvPr id="16" name="Datumsplatzhalter 15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512AADAF-FDF4-4DAB-832C-9F5A03C4D610}" type="datetime4">
              <a:rPr lang="de-DE" smtClean="0"/>
              <a:t>10. Oktober 2019</a:t>
            </a:fld>
            <a:endParaRPr lang="de-DE" dirty="0"/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56DB8AA-803C-49D2-90AA-1140CE72DCD7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8" name="Fußzeilenplatzhalter 17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/>
              <a:t>Fußzeile bearbeiten: Einfügen &gt; Kopf- und Fußzeile (Titel der Präsentation und Name des Redners)</a:t>
            </a:r>
            <a:endParaRPr lang="de-DE" dirty="0"/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784800" y="3222000"/>
            <a:ext cx="2160000" cy="162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Quelle: Bitte Bildquelle angeben / Name des Fotografen</a:t>
            </a:r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3733200" y="3222000"/>
            <a:ext cx="2160000" cy="162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Quelle: Bitte Bildquelle angeben / Name des Fotografen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678000" y="3222000"/>
            <a:ext cx="2160000" cy="162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Quelle: Bitte Bildquelle angeben / Name des Fotografen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2177">
          <p15:clr>
            <a:srgbClr val="FBAE40"/>
          </p15:clr>
        </p15:guide>
        <p15:guide id="2" pos="1854">
          <p15:clr>
            <a:srgbClr val="FBAE40"/>
          </p15:clr>
        </p15:guide>
        <p15:guide id="3" pos="2051">
          <p15:clr>
            <a:srgbClr val="FBAE40"/>
          </p15:clr>
        </p15:guide>
        <p15:guide id="4" pos="3711">
          <p15:clr>
            <a:srgbClr val="FBAE40"/>
          </p15:clr>
        </p15:guide>
        <p15:guide id="5" pos="390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ild mit Kommentar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994000" y="1206000"/>
            <a:ext cx="2844000" cy="3628800"/>
          </a:xfrm>
          <a:noFill/>
          <a:effectLst/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de-DE" noProof="0" dirty="0"/>
              <a:t>Um die Hierarchie der Unterpunkte anzupassen, verwenden Sie Start &gt; Absatz &gt; Listenebene verringern/erhöhen.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 dirty="0"/>
              <a:t>Titel 20 pt, max. zweizeilig und Bild mit Text</a:t>
            </a:r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9" hasCustomPrompt="1"/>
          </p:nvPr>
        </p:nvSpPr>
        <p:spPr>
          <a:xfrm>
            <a:off x="306000" y="1206000"/>
            <a:ext cx="5382000" cy="36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Klicken Sie auf das Icon in der Mitte, um ein Bild einzufügen.</a:t>
            </a:r>
          </a:p>
        </p:txBody>
      </p:sp>
      <p:sp>
        <p:nvSpPr>
          <p:cNvPr id="12" name="Datumsplatzhalter 1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8833704B-B03D-4CC1-A7BB-50BB4A03E951}" type="datetime4">
              <a:rPr lang="de-DE" smtClean="0"/>
              <a:t>10. Oktober 2019</a:t>
            </a:fld>
            <a:endParaRPr lang="de-DE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D56DB8AA-803C-49D2-90AA-1140CE72DCD7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/>
              <a:t>Fußzeile bearbeiten: Einfügen &gt; Kopf- und Fußzeile (Titel der Präsentation und Name des Redners)</a:t>
            </a:r>
            <a:endParaRPr lang="de-DE" dirty="0"/>
          </a:p>
        </p:txBody>
      </p:sp>
      <p:sp>
        <p:nvSpPr>
          <p:cNvPr id="9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528000" y="4618800"/>
            <a:ext cx="2160000" cy="216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Quelle: Bitte Bildquelle angeben / Name des Fotografen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377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itel und Inhalt mit Kommentar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994000" y="1206000"/>
            <a:ext cx="2844000" cy="3628800"/>
          </a:xfrm>
          <a:noFill/>
          <a:effectLst/>
        </p:spPr>
        <p:txBody>
          <a:bodyPr lIns="0" tIns="0" rIns="0" bIns="0">
            <a:noAutofit/>
          </a:bodyPr>
          <a:lstStyle/>
          <a:p>
            <a:pPr lvl="0"/>
            <a:r>
              <a:rPr lang="de-DE" noProof="0" dirty="0"/>
              <a:t>Um die Hierarchie der Unterpunkte anzupassen, verwenden Sie Start &gt; Absatz &gt; Listenebene verringern/erhöhen.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 dirty="0"/>
              <a:t>Titel 20 pt, max. zweizeilig und Inhalt mit Kommentarspalte</a:t>
            </a:r>
          </a:p>
        </p:txBody>
      </p:sp>
      <p:sp>
        <p:nvSpPr>
          <p:cNvPr id="14" name="Inhaltsplatzhalter 16"/>
          <p:cNvSpPr>
            <a:spLocks noGrp="1"/>
          </p:cNvSpPr>
          <p:nvPr>
            <p:ph sz="quarter" idx="19" hasCustomPrompt="1"/>
          </p:nvPr>
        </p:nvSpPr>
        <p:spPr>
          <a:xfrm>
            <a:off x="306000" y="1530000"/>
            <a:ext cx="5382000" cy="3304800"/>
          </a:xfrm>
          <a:noFill/>
          <a:effectLst/>
        </p:spPr>
        <p:txBody>
          <a:bodyPr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/>
            </a:lvl1pPr>
          </a:lstStyle>
          <a:p>
            <a:pPr lvl="0"/>
            <a:r>
              <a:rPr lang="de-DE" dirty="0"/>
              <a:t>Klicken Sie auf das Icon in der Mitte, um eine Tabelle, Diagramm, SmartArt Grafik, Bild oder Onlinegrafik einzufügen.</a:t>
            </a:r>
            <a:endParaRPr dirty="0"/>
          </a:p>
        </p:txBody>
      </p:sp>
      <p:sp>
        <p:nvSpPr>
          <p:cNvPr id="2" name="Datumsplatzhalter 1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D6E4DA1-8852-4050-BD25-1F50A1D5925F}" type="datetime4">
              <a:rPr lang="de-DE" smtClean="0"/>
              <a:t>10. Oktober 2019</a:t>
            </a:fld>
            <a:endParaRPr lang="de-DE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6DB8AA-803C-49D2-90AA-1140CE72DCD7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Fußzeile bearbeiten: Einfügen &gt; Kopf- und Fußzeile (Titel der Präsentation und Name des Redners)</a:t>
            </a:r>
            <a:endParaRPr lang="de-DE" dirty="0"/>
          </a:p>
        </p:txBody>
      </p:sp>
      <p:sp>
        <p:nvSpPr>
          <p:cNvPr id="12" name="Textplatzhalt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1206000"/>
            <a:ext cx="5382000" cy="324000"/>
          </a:xfr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noProof="0" dirty="0"/>
              <a:t>Überschrift 16 pt, einzeilig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965">
          <p15:clr>
            <a:srgbClr val="FBAE40"/>
          </p15:clr>
        </p15:guide>
        <p15:guide id="2" pos="377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nnfolie mit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1075500"/>
            <a:ext cx="9144000" cy="40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12000" y="4212000"/>
            <a:ext cx="7920000" cy="3240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2200" i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 dirty="0"/>
              <a:t>Autor, max. zweizeilig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>
          <a:xfrm>
            <a:off x="612000" y="1511999"/>
            <a:ext cx="7920000" cy="2394261"/>
          </a:xfrm>
        </p:spPr>
        <p:txBody>
          <a:bodyPr anchor="b" anchorCtr="0">
            <a:noAutofit/>
          </a:bodyPr>
          <a:lstStyle>
            <a:lvl1pPr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Trennfolie 40 pt, mit mehrzeiligem Zitat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384">
          <p15:clr>
            <a:srgbClr val="FBAE40"/>
          </p15:clr>
        </p15:guide>
        <p15:guide id="2" pos="537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rennfolie mit Bildausw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076400"/>
            <a:ext cx="9144000" cy="4068000"/>
          </a:xfrm>
          <a:solidFill>
            <a:schemeClr val="tx2"/>
          </a:solidFill>
        </p:spPr>
        <p:txBody>
          <a:bodyPr tIns="1260000" anchor="t" anchorCtr="1"/>
          <a:lstStyle>
            <a:lvl1pPr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Klicken Sie auf das Icon in der Mitte, um ein Bild einzufügen.</a:t>
            </a:r>
          </a:p>
        </p:txBody>
      </p:sp>
      <p:sp>
        <p:nvSpPr>
          <p:cNvPr id="4" name="Titel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Trennfolie 20 pt, max. zweizeilig mit Bild und Nummer</a:t>
            </a:r>
          </a:p>
        </p:txBody>
      </p:sp>
      <p:sp>
        <p:nvSpPr>
          <p:cNvPr id="5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84000" y="4927500"/>
            <a:ext cx="2160000" cy="216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Quelle: Bitte Bildquelle angeben / Name des Fotografen</a:t>
            </a:r>
          </a:p>
        </p:txBody>
      </p:sp>
      <p:sp>
        <p:nvSpPr>
          <p:cNvPr id="13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2065500"/>
            <a:ext cx="3384000" cy="3078000"/>
          </a:xfrm>
        </p:spPr>
        <p:txBody>
          <a:bodyPr wrap="none" anchor="t">
            <a:noAutofit/>
          </a:bodyPr>
          <a:lstStyle>
            <a:lvl1pPr marL="0" indent="0" algn="dist">
              <a:lnSpc>
                <a:spcPct val="100000"/>
              </a:lnSpc>
              <a:spcAft>
                <a:spcPts val="0"/>
              </a:spcAft>
              <a:buFontTx/>
              <a:buNone/>
              <a:defRPr sz="200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 mit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1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4400"/>
          </a:xfrm>
          <a:custGeom>
            <a:avLst/>
            <a:gdLst>
              <a:gd name="connsiteX0" fmla="*/ 0 w 9144000"/>
              <a:gd name="connsiteY0" fmla="*/ 0 h 5144400"/>
              <a:gd name="connsiteX1" fmla="*/ 9144000 w 9144000"/>
              <a:gd name="connsiteY1" fmla="*/ 0 h 5144400"/>
              <a:gd name="connsiteX2" fmla="*/ 9144000 w 9144000"/>
              <a:gd name="connsiteY2" fmla="*/ 5144400 h 5144400"/>
              <a:gd name="connsiteX3" fmla="*/ 0 w 9144000"/>
              <a:gd name="connsiteY3" fmla="*/ 5144400 h 5144400"/>
              <a:gd name="connsiteX4" fmla="*/ 0 w 9144000"/>
              <a:gd name="connsiteY4" fmla="*/ 2556000 h 5144400"/>
              <a:gd name="connsiteX5" fmla="*/ 5795963 w 9144000"/>
              <a:gd name="connsiteY5" fmla="*/ 2556000 h 5144400"/>
              <a:gd name="connsiteX6" fmla="*/ 5795963 w 9144000"/>
              <a:gd name="connsiteY6" fmla="*/ 612000 h 5144400"/>
              <a:gd name="connsiteX7" fmla="*/ 0 w 9144000"/>
              <a:gd name="connsiteY7" fmla="*/ 612000 h 514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4400">
                <a:moveTo>
                  <a:pt x="0" y="0"/>
                </a:moveTo>
                <a:lnTo>
                  <a:pt x="9144000" y="0"/>
                </a:lnTo>
                <a:lnTo>
                  <a:pt x="9144000" y="5144400"/>
                </a:lnTo>
                <a:lnTo>
                  <a:pt x="0" y="5144400"/>
                </a:lnTo>
                <a:lnTo>
                  <a:pt x="0" y="2556000"/>
                </a:lnTo>
                <a:lnTo>
                  <a:pt x="5795963" y="2556000"/>
                </a:lnTo>
                <a:lnTo>
                  <a:pt x="5795963" y="612000"/>
                </a:lnTo>
                <a:lnTo>
                  <a:pt x="0" y="612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2880000" anchor="t" anchorCtr="1">
            <a:noAutofit/>
          </a:bodyPr>
          <a:lstStyle>
            <a:lvl1pPr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Klicken Sie auf das Icon in der Mitte, um ein Bild einzufügen.</a:t>
            </a:r>
          </a:p>
        </p:txBody>
      </p:sp>
      <p:sp>
        <p:nvSpPr>
          <p:cNvPr id="4" name="Titel 8"/>
          <p:cNvSpPr>
            <a:spLocks noGrp="1"/>
          </p:cNvSpPr>
          <p:nvPr>
            <p:ph type="title" hasCustomPrompt="1"/>
          </p:nvPr>
        </p:nvSpPr>
        <p:spPr>
          <a:xfrm>
            <a:off x="1440000" y="1368000"/>
            <a:ext cx="4356000" cy="1188000"/>
          </a:xfrm>
          <a:noFill/>
        </p:spPr>
        <p:txBody>
          <a:bodyPr lIns="0" tIns="0" rIns="306000" bIns="0">
            <a:noAutofit/>
          </a:bodyPr>
          <a:lstStyle>
            <a:lvl1pPr>
              <a:defRPr sz="2000" b="0" cap="none" baseline="0">
                <a:solidFill>
                  <a:schemeClr val="tx2"/>
                </a:solidFill>
              </a:defRPr>
            </a:lvl1pPr>
          </a:lstStyle>
          <a:p>
            <a:r>
              <a:rPr lang="de-DE" noProof="0" dirty="0"/>
              <a:t>Trennfolie 20 pt, max. dreizeilig mit Hintergrundbild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sz="quarter" idx="24" hasCustomPrompt="1"/>
          </p:nvPr>
        </p:nvSpPr>
        <p:spPr>
          <a:xfrm>
            <a:off x="90000" y="612000"/>
            <a:ext cx="1260000" cy="1800225"/>
          </a:xfrm>
          <a:noFill/>
        </p:spPr>
        <p:txBody>
          <a:bodyPr>
            <a:noAutofit/>
          </a:bodyPr>
          <a:lstStyle>
            <a:lvl1pPr marL="0" indent="0" algn="r">
              <a:buFontTx/>
              <a:buNone/>
              <a:defRPr sz="8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1</a:t>
            </a:r>
          </a:p>
        </p:txBody>
      </p:sp>
      <p:sp>
        <p:nvSpPr>
          <p:cNvPr id="5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84000" y="4928400"/>
            <a:ext cx="2160000" cy="216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Quelle: Bitte Bildquelle angeben / Name des Fotografen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10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Hintergrundbild und Kommentar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9" hasCustomPrompt="1"/>
          </p:nvPr>
        </p:nvSpPr>
        <p:spPr>
          <a:xfrm>
            <a:off x="0" y="1080000"/>
            <a:ext cx="9144000" cy="4068000"/>
          </a:xfrm>
          <a:solidFill>
            <a:schemeClr val="tx2"/>
          </a:solidFill>
        </p:spPr>
        <p:txBody>
          <a:bodyPr wrap="none" lIns="0" tIns="1440000" rIns="0" bIns="0" anchor="t" anchorCtr="1"/>
          <a:lstStyle>
            <a:lvl1pPr marL="0" marR="0" indent="0" algn="ctr" defTabSz="2700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itchFamily="2" charset="2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Klicken Sie auf das Icon in der</a:t>
            </a:r>
            <a:br>
              <a:rPr lang="de-DE" dirty="0"/>
            </a:br>
            <a:r>
              <a:rPr lang="de-DE" dirty="0"/>
              <a:t>Mitte, um ein Bild einzufügen.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994000" y="1206000"/>
            <a:ext cx="2844000" cy="3628800"/>
          </a:xfrm>
          <a:solidFill>
            <a:schemeClr val="bg1"/>
          </a:solidFill>
          <a:effectLst/>
        </p:spPr>
        <p:txBody>
          <a:bodyPr lIns="108000" tIns="72000" rIns="36000" bIns="36000">
            <a:noAutofit/>
          </a:bodyPr>
          <a:lstStyle/>
          <a:p>
            <a:pPr lvl="0"/>
            <a:r>
              <a:rPr lang="de-DE" noProof="0" dirty="0"/>
              <a:t>Um die Hierarchie der Unterpunkte anzupassen, verwenden Sie Start &gt; Absatz &gt; Listenebene verringern/erhöhen.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endParaRPr lang="de-DE" noProof="0" dirty="0"/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 dirty="0"/>
              <a:t>Titel 20 pt, max. zweizeilig und Hintergrundbild mit Kommentarspalte</a:t>
            </a:r>
          </a:p>
        </p:txBody>
      </p:sp>
      <p:sp>
        <p:nvSpPr>
          <p:cNvPr id="12" name="Textplatzhalt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1270800"/>
            <a:ext cx="5382000" cy="324000"/>
          </a:xfrm>
          <a:noFill/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Überschrift 16 pt, einzeilig</a:t>
            </a:r>
          </a:p>
        </p:txBody>
      </p:sp>
      <p:sp>
        <p:nvSpPr>
          <p:cNvPr id="2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84000" y="4928400"/>
            <a:ext cx="2160000" cy="216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Quelle: Bitte Bildquelle angeben / Name des Fotografen</a:t>
            </a:r>
          </a:p>
        </p:txBody>
      </p:sp>
    </p:spTree>
    <p:extLst>
      <p:ext uri="{BB962C8B-B14F-4D97-AF65-F5344CB8AC3E}">
        <p14:creationId xmlns:p14="http://schemas.microsoft.com/office/powerpoint/2010/main" val="579703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 dirty="0"/>
              <a:t>Nur Titel 20 pt, max. zweizeilig</a:t>
            </a:r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4CBFD-054B-4063-A28C-931A055B2C51}" type="datetime4">
              <a:rPr lang="de-DE" smtClean="0"/>
              <a:t>10. Oktober 2019</a:t>
            </a:fld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Fußzeile bearbeiten: Einfügen &gt; Kopf- und Fußzeile (Titel der Präsentation und Name des Redners)</a:t>
            </a:r>
            <a:endParaRPr lang="de-D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2" pos="2976">
          <p15:clr>
            <a:srgbClr val="FBAE40"/>
          </p15:clr>
        </p15:guide>
        <p15:guide id="3" orient="horz" pos="2909">
          <p15:clr>
            <a:srgbClr val="FBAE40"/>
          </p15:clr>
        </p15:guide>
        <p15:guide id="4" orient="horz" pos="963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Vide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enplatzhalter 8"/>
          <p:cNvSpPr>
            <a:spLocks noGrp="1"/>
          </p:cNvSpPr>
          <p:nvPr>
            <p:ph type="media" sz="quarter" idx="13" hasCustomPrompt="1"/>
          </p:nvPr>
        </p:nvSpPr>
        <p:spPr>
          <a:xfrm>
            <a:off x="0" y="1076400"/>
            <a:ext cx="9144000" cy="4068000"/>
          </a:xfrm>
          <a:solidFill>
            <a:schemeClr val="tx2"/>
          </a:solidFill>
        </p:spPr>
        <p:txBody>
          <a:bodyPr tIns="1620000" anchor="t" anchorCtr="1">
            <a:noAutofit/>
          </a:bodyPr>
          <a:lstStyle>
            <a:lvl1pPr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Klicken Sie auf das Icon in der Mitte, um ein Video einzufügen.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20 pt, max. zweizeilig und Video</a:t>
            </a:r>
          </a:p>
        </p:txBody>
      </p:sp>
      <p:pic>
        <p:nvPicPr>
          <p:cNvPr id="5" name="Grafik 4" descr="Logo_Munich Re_36mm_RGB.e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200" y="306000"/>
            <a:ext cx="1305000" cy="303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ress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C8D9B-4170-4DE7-81EE-910F12D253D6}" type="datetime4">
              <a:rPr lang="de-DE" smtClean="0"/>
              <a:t>10. Oktober 2019</a:t>
            </a:fld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Fußzeile bearbeiten: Einfügen &gt; Kopf- und Fußzeile (Titel der Präsentation und Name des Redners)</a:t>
            </a:r>
            <a:endParaRPr lang="de-DE" dirty="0"/>
          </a:p>
        </p:txBody>
      </p:sp>
      <p:sp>
        <p:nvSpPr>
          <p:cNvPr id="7" name="Rectangle 11"/>
          <p:cNvSpPr/>
          <p:nvPr/>
        </p:nvSpPr>
        <p:spPr>
          <a:xfrm>
            <a:off x="306000" y="1204619"/>
            <a:ext cx="1134000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589A"/>
                </a:solidFill>
                <a:effectLst/>
                <a:uLnTx/>
                <a:uFillTx/>
              </a:rPr>
              <a:t>Risk Solutions</a:t>
            </a:r>
          </a:p>
        </p:txBody>
      </p:sp>
      <p:sp>
        <p:nvSpPr>
          <p:cNvPr id="8" name="Rechteck 7"/>
          <p:cNvSpPr/>
          <p:nvPr/>
        </p:nvSpPr>
        <p:spPr>
          <a:xfrm>
            <a:off x="306000" y="1528618"/>
            <a:ext cx="4572000" cy="10800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Münchener Rückversicherungs-Gesellschaft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Aktiengesellschaft in München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Königinstr. 107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80802 München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Germany 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306000" y="360363"/>
            <a:ext cx="6840000" cy="55800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l" defTabSz="685800" rtl="0" eaLnBrk="1" latinLnBrk="0" hangingPunct="1">
              <a:spcBef>
                <a:spcPct val="0"/>
              </a:spcBef>
              <a:buNone/>
            </a:pPr>
            <a:r>
              <a:rPr lang="de-DE" sz="2000" kern="1200" noProof="0" dirty="0">
                <a:solidFill>
                  <a:schemeClr val="tx2"/>
                </a:solidFill>
              </a:rPr>
              <a:t>Impressum</a:t>
            </a:r>
          </a:p>
        </p:txBody>
      </p:sp>
      <p:grpSp>
        <p:nvGrpSpPr>
          <p:cNvPr id="4" name="Gruppieren 3"/>
          <p:cNvGrpSpPr/>
          <p:nvPr/>
        </p:nvGrpSpPr>
        <p:grpSpPr>
          <a:xfrm>
            <a:off x="7060" y="2986620"/>
            <a:ext cx="9060244" cy="482184"/>
            <a:chOff x="83757" y="2862001"/>
            <a:chExt cx="9060244" cy="482184"/>
          </a:xfrm>
        </p:grpSpPr>
        <p:sp>
          <p:nvSpPr>
            <p:cNvPr id="9" name="TextBox 15"/>
            <p:cNvSpPr txBox="1"/>
            <p:nvPr/>
          </p:nvSpPr>
          <p:spPr>
            <a:xfrm>
              <a:off x="83757" y="2862002"/>
              <a:ext cx="9060244" cy="482183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400"/>
                </a:spcBef>
              </a:pPr>
              <a:fld id="{2EA1A526-505F-4320-8510-64E59A38533D}" type="datetime1">
                <a:rPr lang="de-DE" sz="1400" i="0" smtClean="0">
                  <a:solidFill>
                    <a:schemeClr val="tx2"/>
                  </a:solidFill>
                </a:rPr>
                <a:pPr algn="l">
                  <a:spcBef>
                    <a:spcPts val="400"/>
                  </a:spcBef>
                </a:pPr>
                <a:t>10.10.2019</a:t>
              </a:fld>
              <a:r>
                <a:rPr lang="de-DE" sz="1400" i="0" dirty="0">
                  <a:solidFill>
                    <a:schemeClr val="tx2"/>
                  </a:solidFill>
                </a:rPr>
                <a:t> </a:t>
              </a: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Münchener Rückversicherungs-Gesellschaft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fld id="{953158A1-D36F-4775-AC10-954A35492F00}" type="datetime1">
                <a:rPr kumimoji="0" lang="de-DE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t>10.10.2019</a:t>
              </a:fld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 </a:t>
              </a: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Munich Reinsurance Company</a:t>
              </a:r>
            </a:p>
          </p:txBody>
        </p:sp>
        <p:sp>
          <p:nvSpPr>
            <p:cNvPr id="16" name="Jahr2"/>
            <p:cNvSpPr txBox="1">
              <a:spLocks/>
            </p:cNvSpPr>
            <p:nvPr/>
          </p:nvSpPr>
          <p:spPr>
            <a:xfrm>
              <a:off x="83757" y="2862001"/>
              <a:ext cx="482978" cy="48218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vert="horz" lIns="0" tIns="0" rIns="36000" bIns="0" rtlCol="0" anchor="ctr">
              <a:noAutofit/>
            </a:bodyPr>
            <a:lstStyle>
              <a:defPPr>
                <a:defRPr lang="de-DE"/>
              </a:defPPr>
              <a:lvl1pPr marL="0" algn="r" defTabSz="685800" rtl="0" eaLnBrk="1" latinLnBrk="0" hangingPunct="1">
                <a:defRPr sz="600" kern="1200">
                  <a:solidFill>
                    <a:schemeClr val="accent4">
                      <a:lumMod val="75000"/>
                    </a:schemeClr>
                  </a:solidFill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ts val="400"/>
                </a:spcBef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©</a:t>
              </a:r>
            </a:p>
            <a:p>
              <a:pPr>
                <a:spcBef>
                  <a:spcPts val="400"/>
                </a:spcBef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© </a:t>
              </a:r>
              <a:endParaRPr lang="de-DE" sz="14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075500"/>
            <a:ext cx="9142413" cy="406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06000" y="360363"/>
            <a:ext cx="6840000" cy="55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 20 pt, max. zweizeilig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06000" y="1206000"/>
            <a:ext cx="8530200" cy="3628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Um die Hierarchie der Unterpunkte anzupassen, verwenden Sie Start &gt; Absatz &gt; Listenebene verringern/erhöhen. Alternativ Tabelle, Diagramm, SmartArt Grafik, Bild oder Onlinegrafik einfügen.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2"/>
          </p:nvPr>
        </p:nvSpPr>
        <p:spPr>
          <a:xfrm>
            <a:off x="7618295" y="4896000"/>
            <a:ext cx="833438" cy="202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46F28ADD-0A3F-4596-B62B-43FBA09CB02D}" type="datetime4">
              <a:rPr lang="de-DE" smtClean="0"/>
              <a:t>10. Oktober 2019</a:t>
            </a:fld>
            <a:endParaRPr lang="de-DE"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976685" y="4896000"/>
            <a:ext cx="3598784" cy="202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de-DE"/>
              <a:t>Fußzeile bearbeiten: Einfügen &gt; Kopf- und Fußzeile (Titel der Präsentation und Name des Redners)</a:t>
            </a:r>
            <a:endParaRPr lang="de-DE" dirty="0"/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447812" y="4896000"/>
            <a:ext cx="389503" cy="202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D56DB8AA-803C-49D2-90AA-1140CE72DCD7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16" name="Grafik 15" descr="Logo_Munich Re_36mm_RGB.emf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200" y="306000"/>
            <a:ext cx="1305000" cy="303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5" r:id="rId2"/>
    <p:sldLayoutId id="2147483751" r:id="rId3"/>
    <p:sldLayoutId id="2147483752" r:id="rId4"/>
    <p:sldLayoutId id="2147483755" r:id="rId5"/>
    <p:sldLayoutId id="2147483753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43" r:id="rId14"/>
    <p:sldLayoutId id="2147483723" r:id="rId15"/>
    <p:sldLayoutId id="2147483757" r:id="rId16"/>
    <p:sldLayoutId id="2147483724" r:id="rId17"/>
    <p:sldLayoutId id="2147483725" r:id="rId18"/>
    <p:sldLayoutId id="2147483744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270000" rtl="0" eaLnBrk="1" latinLnBrk="0" hangingPunct="1">
        <a:spcBef>
          <a:spcPct val="0"/>
        </a:spcBef>
        <a:buNone/>
        <a:defRPr sz="2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81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08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35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62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89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16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43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92">
          <p15:clr>
            <a:srgbClr val="F26B43"/>
          </p15:clr>
        </p15:guide>
        <p15:guide id="2" orient="horz" pos="761">
          <p15:clr>
            <a:srgbClr val="F26B43"/>
          </p15:clr>
        </p15:guide>
        <p15:guide id="4" pos="5567">
          <p15:clr>
            <a:srgbClr val="F26B43"/>
          </p15:clr>
        </p15:guide>
        <p15:guide id="5" orient="horz" pos="3047">
          <p15:clr>
            <a:srgbClr val="F26B43"/>
          </p15:clr>
        </p15:guide>
        <p15:guide id="6" orient="horz" pos="22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847AD9-5EA3-4817-90D7-F1DF9E88E5AA}"/>
              </a:ext>
            </a:extLst>
          </p:cNvPr>
          <p:cNvSpPr/>
          <p:nvPr/>
        </p:nvSpPr>
        <p:spPr>
          <a:xfrm>
            <a:off x="-7282" y="1112292"/>
            <a:ext cx="1068957" cy="403120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2142E4-E3CC-47DC-B016-B95997E8A73B}"/>
              </a:ext>
            </a:extLst>
          </p:cNvPr>
          <p:cNvSpPr/>
          <p:nvPr/>
        </p:nvSpPr>
        <p:spPr>
          <a:xfrm>
            <a:off x="-7282" y="-7188"/>
            <a:ext cx="1076241" cy="1020759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9C5914-EF64-4018-B7BA-EC9AEB7A2727}"/>
              </a:ext>
            </a:extLst>
          </p:cNvPr>
          <p:cNvSpPr/>
          <p:nvPr/>
        </p:nvSpPr>
        <p:spPr>
          <a:xfrm>
            <a:off x="1138063" y="1112292"/>
            <a:ext cx="4487035" cy="175673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B74F62-6399-4273-A834-D6393E3ABA56}"/>
              </a:ext>
            </a:extLst>
          </p:cNvPr>
          <p:cNvSpPr/>
          <p:nvPr/>
        </p:nvSpPr>
        <p:spPr>
          <a:xfrm>
            <a:off x="5694201" y="647361"/>
            <a:ext cx="3448096" cy="222166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151BBE4-0DCF-47ED-BB6A-07A7951AFBE4}"/>
              </a:ext>
            </a:extLst>
          </p:cNvPr>
          <p:cNvCxnSpPr>
            <a:cxnSpLocks/>
          </p:cNvCxnSpPr>
          <p:nvPr/>
        </p:nvCxnSpPr>
        <p:spPr>
          <a:xfrm flipH="1">
            <a:off x="477431" y="4911865"/>
            <a:ext cx="20230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BD5D0187-08B5-4CBB-BFD7-AC74CE2547EE}"/>
              </a:ext>
            </a:extLst>
          </p:cNvPr>
          <p:cNvSpPr/>
          <p:nvPr/>
        </p:nvSpPr>
        <p:spPr>
          <a:xfrm>
            <a:off x="420403" y="4753059"/>
            <a:ext cx="348340" cy="312555"/>
          </a:xfrm>
          <a:prstGeom prst="ellipse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 anchorCtr="0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64A379-CADA-424B-A3DB-04903EF2CECB}"/>
              </a:ext>
            </a:extLst>
          </p:cNvPr>
          <p:cNvSpPr/>
          <p:nvPr/>
        </p:nvSpPr>
        <p:spPr>
          <a:xfrm>
            <a:off x="5694200" y="2967748"/>
            <a:ext cx="3449799" cy="21757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5863D9-3021-4444-908D-4DACA17D0519}"/>
              </a:ext>
            </a:extLst>
          </p:cNvPr>
          <p:cNvSpPr/>
          <p:nvPr/>
        </p:nvSpPr>
        <p:spPr>
          <a:xfrm>
            <a:off x="1138063" y="2967749"/>
            <a:ext cx="4487034" cy="2175749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5BCC15-CE2A-497B-8020-4BA7CEFD026B}"/>
              </a:ext>
            </a:extLst>
          </p:cNvPr>
          <p:cNvSpPr/>
          <p:nvPr/>
        </p:nvSpPr>
        <p:spPr>
          <a:xfrm>
            <a:off x="5694201" y="-7186"/>
            <a:ext cx="3449798" cy="55582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589BFE-67CE-4C2E-A048-CE068499F72C}"/>
              </a:ext>
            </a:extLst>
          </p:cNvPr>
          <p:cNvSpPr/>
          <p:nvPr/>
        </p:nvSpPr>
        <p:spPr>
          <a:xfrm>
            <a:off x="5694201" y="0"/>
            <a:ext cx="645184" cy="55582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de-DE" sz="1400" dirty="0" err="1">
                <a:solidFill>
                  <a:schemeClr val="tx1"/>
                </a:solidFill>
              </a:rPr>
              <a:t>other</a:t>
            </a:r>
            <a:r>
              <a:rPr lang="de-DE" sz="1400" dirty="0">
                <a:solidFill>
                  <a:schemeClr val="tx1"/>
                </a:solidFill>
              </a:rPr>
              <a:t> KPIs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085231-8329-4ED4-A965-54667BDDDF85}"/>
              </a:ext>
            </a:extLst>
          </p:cNvPr>
          <p:cNvSpPr/>
          <p:nvPr/>
        </p:nvSpPr>
        <p:spPr>
          <a:xfrm>
            <a:off x="1138062" y="-7188"/>
            <a:ext cx="1068958" cy="1020759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EF0D8E-E933-4760-8563-C069AEE5EB42}"/>
              </a:ext>
            </a:extLst>
          </p:cNvPr>
          <p:cNvSpPr/>
          <p:nvPr/>
        </p:nvSpPr>
        <p:spPr>
          <a:xfrm>
            <a:off x="1206658" y="218772"/>
            <a:ext cx="880282" cy="55582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Key-KPI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34ADF7-C5BD-4CF9-A368-426934F68A8A}"/>
              </a:ext>
            </a:extLst>
          </p:cNvPr>
          <p:cNvSpPr/>
          <p:nvPr/>
        </p:nvSpPr>
        <p:spPr>
          <a:xfrm>
            <a:off x="2276123" y="-7188"/>
            <a:ext cx="1068958" cy="1020759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786930-B01F-4DB2-8D6C-92772C6FA492}"/>
              </a:ext>
            </a:extLst>
          </p:cNvPr>
          <p:cNvSpPr/>
          <p:nvPr/>
        </p:nvSpPr>
        <p:spPr>
          <a:xfrm>
            <a:off x="2345224" y="218772"/>
            <a:ext cx="880282" cy="55582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Key-KPI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C1B360-3637-46D4-A02A-08118D6ED123}"/>
              </a:ext>
            </a:extLst>
          </p:cNvPr>
          <p:cNvSpPr/>
          <p:nvPr/>
        </p:nvSpPr>
        <p:spPr>
          <a:xfrm>
            <a:off x="3414184" y="-7188"/>
            <a:ext cx="1068958" cy="1020759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81AE9D-1612-4C98-89AD-52DD37E3096B}"/>
              </a:ext>
            </a:extLst>
          </p:cNvPr>
          <p:cNvSpPr/>
          <p:nvPr/>
        </p:nvSpPr>
        <p:spPr>
          <a:xfrm>
            <a:off x="3475601" y="218772"/>
            <a:ext cx="880282" cy="55582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Key-KPI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D5CCB9-342C-4EF3-BEEF-065A12ED1EA5}"/>
              </a:ext>
            </a:extLst>
          </p:cNvPr>
          <p:cNvSpPr/>
          <p:nvPr/>
        </p:nvSpPr>
        <p:spPr>
          <a:xfrm>
            <a:off x="4556140" y="-13445"/>
            <a:ext cx="1068958" cy="1020759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C2E5F2-B938-4AB7-A27F-89F8A6F33D8B}"/>
              </a:ext>
            </a:extLst>
          </p:cNvPr>
          <p:cNvSpPr/>
          <p:nvPr/>
        </p:nvSpPr>
        <p:spPr>
          <a:xfrm>
            <a:off x="4634123" y="218772"/>
            <a:ext cx="880282" cy="55582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Key-KPI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6528EE-B986-4A11-A9A6-77A8E59312F8}"/>
              </a:ext>
            </a:extLst>
          </p:cNvPr>
          <p:cNvSpPr/>
          <p:nvPr/>
        </p:nvSpPr>
        <p:spPr>
          <a:xfrm>
            <a:off x="94339" y="218772"/>
            <a:ext cx="880282" cy="55582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Key-KPI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484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R Vorlage_16 zu 9_MR_DE">
  <a:themeElements>
    <a:clrScheme name="Munich Re">
      <a:dk1>
        <a:sysClr val="windowText" lastClr="000000"/>
      </a:dk1>
      <a:lt1>
        <a:sysClr val="window" lastClr="FFFFFF"/>
      </a:lt1>
      <a:dk2>
        <a:srgbClr val="4D4E53"/>
      </a:dk2>
      <a:lt2>
        <a:srgbClr val="F7941D"/>
      </a:lt2>
      <a:accent1>
        <a:srgbClr val="34909C"/>
      </a:accent1>
      <a:accent2>
        <a:srgbClr val="8DC63F"/>
      </a:accent2>
      <a:accent3>
        <a:srgbClr val="B72126"/>
      </a:accent3>
      <a:accent4>
        <a:srgbClr val="B2C1CA"/>
      </a:accent4>
      <a:accent5>
        <a:srgbClr val="00589A"/>
      </a:accent5>
      <a:accent6>
        <a:srgbClr val="714A9C"/>
      </a:accent6>
      <a:hlink>
        <a:srgbClr val="0A509E"/>
      </a:hlink>
      <a:folHlink>
        <a:srgbClr val="7993A3"/>
      </a:folHlink>
    </a:clrScheme>
    <a:fontScheme name="Munich Re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noFill/>
        </a:ln>
      </a:spPr>
      <a:bodyPr rtlCol="0" anchor="ctr" anchorCtr="0"/>
      <a:lstStyle>
        <a:defPPr algn="ctr">
          <a:defRPr sz="14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effectLst/>
      </a:spPr>
      <a:bodyPr wrap="square" lIns="0" tIns="0" rIns="0" bIns="0" rtlCol="0">
        <a:spAutoFit/>
      </a:bodyPr>
      <a:lstStyle>
        <a:defPPr marL="269875" indent="-269875">
          <a:lnSpc>
            <a:spcPct val="110000"/>
          </a:lnSpc>
          <a:buFont typeface="Wingdings" panose="05000000000000000000" pitchFamily="2" charset="2"/>
          <a:buChar char="§"/>
          <a:defRPr sz="14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R Vorlage_16 zu 9_MR_DE" id="{5802208B-F2E8-416F-9CE2-CA515B2935AD}" vid="{B09819C9-6A3A-49F3-9D9F-D098F66B340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a729617-940b-463d-a580-46cc6a3ad9da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haredContentType xmlns="Microsoft.SharePoint.Taxonomy.ContentTypeSync" SourceId="f3c6f0c0-389c-4324-ac00-59fc67b57edf" ContentTypeId="0x0101" PreviousValue="false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FC41F17E0ACC479F7A6447D7BF5CF8" ma:contentTypeVersion="11" ma:contentTypeDescription="Create a new document." ma:contentTypeScope="" ma:versionID="9fed76168cca46f063f52ff9223d7bb3">
  <xsd:schema xmlns:xsd="http://www.w3.org/2001/XMLSchema" xmlns:xs="http://www.w3.org/2001/XMLSchema" xmlns:p="http://schemas.microsoft.com/office/2006/metadata/properties" xmlns:ns2="ca729617-940b-463d-a580-46cc6a3ad9da" xmlns:ns3="e09e208d-8710-4a0c-97e8-a6aa5ddf12e9" xmlns:ns4="ca3fdd02-bcd0-43ad-992c-5f49769a3898" targetNamespace="http://schemas.microsoft.com/office/2006/metadata/properties" ma:root="true" ma:fieldsID="1ba8ba49aa46e3b0460cb720842889c2" ns2:_="" ns3:_="" ns4:_="">
    <xsd:import namespace="ca729617-940b-463d-a580-46cc6a3ad9da"/>
    <xsd:import namespace="e09e208d-8710-4a0c-97e8-a6aa5ddf12e9"/>
    <xsd:import namespace="ca3fdd02-bcd0-43ad-992c-5f49769a3898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4:SharedWithUsers" minOccurs="0"/>
                <xsd:element ref="ns4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729617-940b-463d-a580-46cc6a3ad9da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0c5e68a2-bd66-446f-b94b-eed7eff7ace4}" ma:internalName="TaxCatchAll" ma:showField="CatchAllData" ma:web="ca3fdd02-bcd0-43ad-992c-5f49769a38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0c5e68a2-bd66-446f-b94b-eed7eff7ace4}" ma:internalName="TaxCatchAllLabel" ma:readOnly="true" ma:showField="CatchAllDataLabel" ma:web="ca3fdd02-bcd0-43ad-992c-5f49769a38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9e208d-8710-4a0c-97e8-a6aa5ddf12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3fdd02-bcd0-43ad-992c-5f49769a389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CFB05D-CE18-4ADC-9169-A9DCE0732C39}">
  <ds:schemaRefs>
    <ds:schemaRef ds:uri="http://purl.org/dc/elements/1.1/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ca3fdd02-bcd0-43ad-992c-5f49769a3898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e09e208d-8710-4a0c-97e8-a6aa5ddf12e9"/>
    <ds:schemaRef ds:uri="ca729617-940b-463d-a580-46cc6a3ad9da"/>
  </ds:schemaRefs>
</ds:datastoreItem>
</file>

<file path=customXml/itemProps2.xml><?xml version="1.0" encoding="utf-8"?>
<ds:datastoreItem xmlns:ds="http://schemas.openxmlformats.org/officeDocument/2006/customXml" ds:itemID="{F7C1C76B-8FC4-4761-90B7-B58CF82235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0ED0A5-7D38-4EB8-A71F-EB967A863B78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47F6A62B-E822-4946-B29F-DAC09F05D0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729617-940b-463d-a580-46cc6a3ad9da"/>
    <ds:schemaRef ds:uri="e09e208d-8710-4a0c-97e8-a6aa5ddf12e9"/>
    <ds:schemaRef ds:uri="ca3fdd02-bcd0-43ad-992c-5f49769a38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</Words>
  <Application>Microsoft Office PowerPoint</Application>
  <PresentationFormat>On-screen Show (16:9)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Wingdings</vt:lpstr>
      <vt:lpstr>MR Vorlage_16 zu 9_MR_DE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 Thuy - Munich-MR</dc:creator>
  <cp:lastModifiedBy>Ta Thuy - Munich-MR</cp:lastModifiedBy>
  <cp:revision>13</cp:revision>
  <dcterms:created xsi:type="dcterms:W3CDTF">2019-09-24T08:04:50Z</dcterms:created>
  <dcterms:modified xsi:type="dcterms:W3CDTF">2019-10-10T09:02:02Z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5d0447-72b7-4595-8ee5-b32b4892557e_Enabled">
    <vt:lpwstr>True</vt:lpwstr>
  </property>
  <property fmtid="{D5CDD505-2E9C-101B-9397-08002B2CF9AE}" pid="3" name="MSIP_Label_f45d0447-72b7-4595-8ee5-b32b4892557e_SiteId">
    <vt:lpwstr>582259a1-dcaa-4cca-b1cf-e60d3f045ecd</vt:lpwstr>
  </property>
  <property fmtid="{D5CDD505-2E9C-101B-9397-08002B2CF9AE}" pid="4" name="MSIP_Label_f45d0447-72b7-4595-8ee5-b32b4892557e_Owner">
    <vt:lpwstr>TTa@MunichRe.com</vt:lpwstr>
  </property>
  <property fmtid="{D5CDD505-2E9C-101B-9397-08002B2CF9AE}" pid="5" name="MSIP_Label_f45d0447-72b7-4595-8ee5-b32b4892557e_SetDate">
    <vt:lpwstr>2019-09-24T08:24:42.6995551Z</vt:lpwstr>
  </property>
  <property fmtid="{D5CDD505-2E9C-101B-9397-08002B2CF9AE}" pid="6" name="MSIP_Label_f45d0447-72b7-4595-8ee5-b32b4892557e_Name">
    <vt:lpwstr>Public unrestricted (C1)</vt:lpwstr>
  </property>
  <property fmtid="{D5CDD505-2E9C-101B-9397-08002B2CF9AE}" pid="7" name="MSIP_Label_f45d0447-72b7-4595-8ee5-b32b4892557e_Application">
    <vt:lpwstr>Microsoft Azure Information Protection</vt:lpwstr>
  </property>
  <property fmtid="{D5CDD505-2E9C-101B-9397-08002B2CF9AE}" pid="8" name="MSIP_Label_f45d0447-72b7-4595-8ee5-b32b4892557e_ActionId">
    <vt:lpwstr>e8e8e9b2-678a-433a-9bfb-cd4a5d866f87</vt:lpwstr>
  </property>
  <property fmtid="{D5CDD505-2E9C-101B-9397-08002B2CF9AE}" pid="9" name="MSIP_Label_f45d0447-72b7-4595-8ee5-b32b4892557e_Extended_MSFT_Method">
    <vt:lpwstr>Manual</vt:lpwstr>
  </property>
  <property fmtid="{D5CDD505-2E9C-101B-9397-08002B2CF9AE}" pid="10" name="Sensitivity">
    <vt:lpwstr>Public unrestricted (C1)</vt:lpwstr>
  </property>
  <property fmtid="{D5CDD505-2E9C-101B-9397-08002B2CF9AE}" pid="11" name="ContentTypeId">
    <vt:lpwstr>0x010100BDFC41F17E0ACC479F7A6447D7BF5CF8</vt:lpwstr>
  </property>
</Properties>
</file>